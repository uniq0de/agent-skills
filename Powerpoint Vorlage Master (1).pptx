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sldIdLst>
    <p:sldId id="257" r:id="rId5"/>
    <p:sldId id="285" r:id="rId6"/>
    <p:sldId id="287" r:id="rId7"/>
    <p:sldId id="286" r:id="rId8"/>
    <p:sldId id="282" r:id="rId9"/>
    <p:sldId id="276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900"/>
    <a:srgbClr val="DADAD9"/>
    <a:srgbClr val="FF4200"/>
    <a:srgbClr val="D2DB2F"/>
    <a:srgbClr val="6CB744"/>
    <a:srgbClr val="CEFF25"/>
    <a:srgbClr val="00F700"/>
    <a:srgbClr val="FF9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021079-8038-6AAD-8D1E-252CAA6522FC}" v="1" dt="2026-08-25T06:22:44.3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77"/>
    <p:restoredTop sz="94658"/>
  </p:normalViewPr>
  <p:slideViewPr>
    <p:cSldViewPr snapToGrid="0">
      <p:cViewPr varScale="1">
        <p:scale>
          <a:sx n="101" d="100"/>
          <a:sy n="101" d="100"/>
        </p:scale>
        <p:origin x="82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ha Mak - Global Brand Concepts GmbH" userId="S::o.mak@g-b-c.de::ac0834d5-28b7-4f02-9fd4-bb07db1553aa" providerId="AD" clId="Web-{39021079-8038-6AAD-8D1E-252CAA6522FC}"/>
    <pc:docChg chg="delSld">
      <pc:chgData name="Olha Mak - Global Brand Concepts GmbH" userId="S::o.mak@g-b-c.de::ac0834d5-28b7-4f02-9fd4-bb07db1553aa" providerId="AD" clId="Web-{39021079-8038-6AAD-8D1E-252CAA6522FC}" dt="2026-08-25T06:22:44.320" v="0"/>
      <pc:docMkLst>
        <pc:docMk/>
      </pc:docMkLst>
      <pc:sldChg chg="del">
        <pc:chgData name="Olha Mak - Global Brand Concepts GmbH" userId="S::o.mak@g-b-c.de::ac0834d5-28b7-4f02-9fd4-bb07db1553aa" providerId="AD" clId="Web-{39021079-8038-6AAD-8D1E-252CAA6522FC}" dt="2026-08-25T06:22:44.320" v="0"/>
        <pc:sldMkLst>
          <pc:docMk/>
          <pc:sldMk cId="3274612287" sldId="127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5A148A-65CF-40CF-839E-97A572856B6A}" type="datetimeFigureOut">
              <a:t>22.10.2026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0AAAC4-08DC-44D0-8637-6718B07581BE}" type="slidenum"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850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D31A23-C9A7-4EE2-A300-DC724857F76A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1541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B648C-C13B-AD0E-B05B-A7D5B0267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508EBBF-C3D5-ABDE-85A6-F839C93A71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79E5D3B-F942-76F5-74A3-729C98D530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FA8ED52-28BA-9BE8-1B7A-7A2E55BC84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D31A23-C9A7-4EE2-A300-DC724857F76A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2604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hyperlink" Target="mailto:info@g-b-c.de" TargetMode="External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hyperlink" Target="mailto:info@g-b-c.de" TargetMode="External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C20CEDA3-C941-DDE6-C9E1-7231B9193234}"/>
              </a:ext>
            </a:extLst>
          </p:cNvPr>
          <p:cNvSpPr/>
          <p:nvPr userDrawn="1"/>
        </p:nvSpPr>
        <p:spPr>
          <a:xfrm>
            <a:off x="158261" y="117230"/>
            <a:ext cx="11875477" cy="6623538"/>
          </a:xfrm>
          <a:prstGeom prst="roundRect">
            <a:avLst>
              <a:gd name="adj" fmla="val 4101"/>
            </a:avLst>
          </a:prstGeom>
          <a:gradFill flip="none" rotWithShape="1">
            <a:gsLst>
              <a:gs pos="95000">
                <a:srgbClr val="FF4200"/>
              </a:gs>
              <a:gs pos="0">
                <a:srgbClr val="FF9D0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Grafik 8" descr="Ein Bild, das Grafiken, Kreis, Schwarz, Schwarzweiß enthält.&#10;&#10;KI-generierte Inhalte können fehlerhaft sein.">
            <a:extLst>
              <a:ext uri="{FF2B5EF4-FFF2-40B4-BE49-F238E27FC236}">
                <a16:creationId xmlns:a16="http://schemas.microsoft.com/office/drawing/2014/main" id="{F93D8512-60AD-554A-65A0-96148F37FA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02215" y="117232"/>
            <a:ext cx="5427946" cy="5427946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F53FACB8-13A3-A537-09BC-4D09CAA1A647}"/>
              </a:ext>
            </a:extLst>
          </p:cNvPr>
          <p:cNvSpPr txBox="1"/>
          <p:nvPr userDrawn="1"/>
        </p:nvSpPr>
        <p:spPr>
          <a:xfrm>
            <a:off x="814914" y="4584219"/>
            <a:ext cx="719194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500">
                <a:solidFill>
                  <a:schemeClr val="bg1"/>
                </a:solidFill>
                <a:latin typeface="All Round Gothic Medium" panose="020B0603020202020104" pitchFamily="34" charset="77"/>
              </a:rPr>
              <a:t>Global Brand Concepts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178C0E6-C61E-8EAC-D703-8E07CE745831}"/>
              </a:ext>
            </a:extLst>
          </p:cNvPr>
          <p:cNvSpPr txBox="1"/>
          <p:nvPr userDrawn="1"/>
        </p:nvSpPr>
        <p:spPr>
          <a:xfrm>
            <a:off x="814914" y="5533335"/>
            <a:ext cx="63890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0" i="0">
                <a:solidFill>
                  <a:schemeClr val="bg1"/>
                </a:solidFill>
                <a:latin typeface="Avenir LT Std 35 Light" panose="020B0402020203020204" pitchFamily="34" charset="0"/>
              </a:rPr>
              <a:t>Produktpräsentation</a:t>
            </a:r>
          </a:p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6712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+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35A5BC6F-E13E-53C4-7190-4D2582651E2B}"/>
              </a:ext>
            </a:extLst>
          </p:cNvPr>
          <p:cNvSpPr/>
          <p:nvPr userDrawn="1"/>
        </p:nvSpPr>
        <p:spPr>
          <a:xfrm>
            <a:off x="158261" y="117230"/>
            <a:ext cx="11875477" cy="6623538"/>
          </a:xfrm>
          <a:prstGeom prst="roundRect">
            <a:avLst>
              <a:gd name="adj" fmla="val 4101"/>
            </a:avLst>
          </a:prstGeom>
          <a:gradFill flip="none" rotWithShape="1">
            <a:gsLst>
              <a:gs pos="95000">
                <a:srgbClr val="FF4200"/>
              </a:gs>
              <a:gs pos="0">
                <a:srgbClr val="FF9D0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Grafik 8" descr="Ein Bild, das Grafiken, Kreis, Schwarz, Schwarzweiß enthält.&#10;&#10;KI-generierte Inhalte können fehlerhaft sein.">
            <a:extLst>
              <a:ext uri="{FF2B5EF4-FFF2-40B4-BE49-F238E27FC236}">
                <a16:creationId xmlns:a16="http://schemas.microsoft.com/office/drawing/2014/main" id="{F93D8512-60AD-554A-65A0-96148F37FA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02215" y="117232"/>
            <a:ext cx="5427946" cy="5427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275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sschreibung-Aufga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platzhalter 13">
            <a:extLst>
              <a:ext uri="{FF2B5EF4-FFF2-40B4-BE49-F238E27FC236}">
                <a16:creationId xmlns:a16="http://schemas.microsoft.com/office/drawing/2014/main" id="{F646B489-7711-9818-A81D-6048F9909A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2452" y="1873946"/>
            <a:ext cx="8535671" cy="44799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Clr>
                <a:srgbClr val="FF4200"/>
              </a:buClr>
              <a:buFont typeface="Wingdings" pitchFamily="2" charset="2"/>
              <a:buNone/>
              <a:defRPr sz="1200" b="0" i="0">
                <a:latin typeface="Avenir LT Std 35 Light" panose="020B0402020203020204" pitchFamily="34" charset="0"/>
              </a:defRPr>
            </a:lvl1pPr>
            <a:lvl2pPr marL="6858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2pPr>
            <a:lvl3pPr marL="11430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4731F4F3-91BA-0455-6603-08E3D965CF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94985" y="1690132"/>
            <a:ext cx="2497015" cy="4979342"/>
          </a:xfrm>
          <a:prstGeom prst="rect">
            <a:avLst/>
          </a:prstGeom>
        </p:spPr>
      </p:pic>
      <p:pic>
        <p:nvPicPr>
          <p:cNvPr id="3" name="Grafik 2" descr="Ein Bild, das Kreis, Grafiken, orange, Bernstein enthält.&#10;&#10;KI-generierte Inhalte können fehlerhaft sein.">
            <a:extLst>
              <a:ext uri="{FF2B5EF4-FFF2-40B4-BE49-F238E27FC236}">
                <a16:creationId xmlns:a16="http://schemas.microsoft.com/office/drawing/2014/main" id="{65560503-4ECE-C3F7-3B24-FC233B59D1B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82422" y="269958"/>
            <a:ext cx="539578" cy="539578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30F0643-D047-1D4C-DA68-66DA9DD753B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2450" y="99216"/>
            <a:ext cx="5370441" cy="1477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Avenir LT Std 35 Light" panose="020B0402020203020204" pitchFamily="34" charset="0"/>
              </a:defRPr>
            </a:lvl1pPr>
          </a:lstStyle>
          <a:p>
            <a:pPr lvl="0"/>
            <a:r>
              <a:rPr lang="de-DE"/>
              <a:t>Info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05AD12D-41CE-4170-1A4F-106CE701A395}"/>
              </a:ext>
            </a:extLst>
          </p:cNvPr>
          <p:cNvSpPr txBox="1"/>
          <p:nvPr userDrawn="1"/>
        </p:nvSpPr>
        <p:spPr>
          <a:xfrm>
            <a:off x="772450" y="1089754"/>
            <a:ext cx="30273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0" i="0">
                <a:latin typeface="All Round Gothic Medium" panose="020B0603020202020104" pitchFamily="34" charset="77"/>
              </a:rPr>
              <a:t>Die Aufgabe</a:t>
            </a:r>
          </a:p>
        </p:txBody>
      </p:sp>
    </p:spTree>
    <p:extLst>
      <p:ext uri="{BB962C8B-B14F-4D97-AF65-F5344CB8AC3E}">
        <p14:creationId xmlns:p14="http://schemas.microsoft.com/office/powerpoint/2010/main" val="1533003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sschreibung-Überleg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platzhalter 13">
            <a:extLst>
              <a:ext uri="{FF2B5EF4-FFF2-40B4-BE49-F238E27FC236}">
                <a16:creationId xmlns:a16="http://schemas.microsoft.com/office/drawing/2014/main" id="{F646B489-7711-9818-A81D-6048F9909A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2452" y="1873946"/>
            <a:ext cx="8535671" cy="44799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Clr>
                <a:srgbClr val="FF4200"/>
              </a:buClr>
              <a:buFont typeface="Wingdings" pitchFamily="2" charset="2"/>
              <a:buNone/>
              <a:defRPr sz="1200" b="0" i="0">
                <a:latin typeface="Avenir LT Std 35 Light" panose="020B0402020203020204" pitchFamily="34" charset="0"/>
              </a:defRPr>
            </a:lvl1pPr>
            <a:lvl2pPr marL="6858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2pPr>
            <a:lvl3pPr marL="11430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4731F4F3-91BA-0455-6603-08E3D965CF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94985" y="1690132"/>
            <a:ext cx="2497015" cy="4979342"/>
          </a:xfrm>
          <a:prstGeom prst="rect">
            <a:avLst/>
          </a:prstGeom>
        </p:spPr>
      </p:pic>
      <p:pic>
        <p:nvPicPr>
          <p:cNvPr id="3" name="Grafik 2" descr="Ein Bild, das Kreis, Grafiken, orange, Bernstein enthält.&#10;&#10;KI-generierte Inhalte können fehlerhaft sein.">
            <a:extLst>
              <a:ext uri="{FF2B5EF4-FFF2-40B4-BE49-F238E27FC236}">
                <a16:creationId xmlns:a16="http://schemas.microsoft.com/office/drawing/2014/main" id="{65560503-4ECE-C3F7-3B24-FC233B59D1B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82422" y="269958"/>
            <a:ext cx="539578" cy="539578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30F0643-D047-1D4C-DA68-66DA9DD753B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2450" y="99216"/>
            <a:ext cx="5370441" cy="1477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Avenir LT Std 35 Light" panose="020B0402020203020204" pitchFamily="34" charset="0"/>
              </a:defRPr>
            </a:lvl1pPr>
          </a:lstStyle>
          <a:p>
            <a:pPr lvl="0"/>
            <a:r>
              <a:rPr lang="de-DE"/>
              <a:t>Info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05AD12D-41CE-4170-1A4F-106CE701A395}"/>
              </a:ext>
            </a:extLst>
          </p:cNvPr>
          <p:cNvSpPr txBox="1"/>
          <p:nvPr userDrawn="1"/>
        </p:nvSpPr>
        <p:spPr>
          <a:xfrm>
            <a:off x="772449" y="1089754"/>
            <a:ext cx="37256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0" i="0">
                <a:latin typeface="All Round Gothic Medium" panose="020B0603020202020104" pitchFamily="34" charset="77"/>
              </a:rPr>
              <a:t>Die Überlegung</a:t>
            </a:r>
          </a:p>
        </p:txBody>
      </p:sp>
    </p:spTree>
    <p:extLst>
      <p:ext uri="{BB962C8B-B14F-4D97-AF65-F5344CB8AC3E}">
        <p14:creationId xmlns:p14="http://schemas.microsoft.com/office/powerpoint/2010/main" val="3908456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16B3DCD4-2FE7-2CFD-53C7-07DB253EEB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61687" y="-10450"/>
            <a:ext cx="3512527" cy="1761445"/>
          </a:xfrm>
          <a:prstGeom prst="rect">
            <a:avLst/>
          </a:prstGeom>
        </p:spPr>
      </p:pic>
      <p:pic>
        <p:nvPicPr>
          <p:cNvPr id="22" name="Grafik 21" descr="Ein Bild, das Kreis, Grafiken, orange, Bernstein enthält.&#10;&#10;KI-generierte Inhalte können fehlerhaft sein.">
            <a:extLst>
              <a:ext uri="{FF2B5EF4-FFF2-40B4-BE49-F238E27FC236}">
                <a16:creationId xmlns:a16="http://schemas.microsoft.com/office/drawing/2014/main" id="{D08DE2B7-A331-02AD-845B-04CF7DDC0BD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82422" y="269958"/>
            <a:ext cx="539578" cy="539578"/>
          </a:xfrm>
          <a:prstGeom prst="rect">
            <a:avLst/>
          </a:prstGeom>
        </p:spPr>
      </p:pic>
      <p:sp>
        <p:nvSpPr>
          <p:cNvPr id="23" name="Textplatzhalter 13">
            <a:extLst>
              <a:ext uri="{FF2B5EF4-FFF2-40B4-BE49-F238E27FC236}">
                <a16:creationId xmlns:a16="http://schemas.microsoft.com/office/drawing/2014/main" id="{F646B489-7711-9818-A81D-6048F9909A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2451" y="1873946"/>
            <a:ext cx="10691445" cy="44799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Clr>
                <a:srgbClr val="FF4200"/>
              </a:buClr>
              <a:buFont typeface="Wingdings" pitchFamily="2" charset="2"/>
              <a:buNone/>
              <a:defRPr sz="1200" b="0" i="0">
                <a:latin typeface="Avenir LT Std 35 Light" panose="020B0402020203020204" pitchFamily="34" charset="0"/>
              </a:defRPr>
            </a:lvl1pPr>
            <a:lvl2pPr marL="6858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2pPr>
            <a:lvl3pPr marL="11430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24" name="Titel 9">
            <a:extLst>
              <a:ext uri="{FF2B5EF4-FFF2-40B4-BE49-F238E27FC236}">
                <a16:creationId xmlns:a16="http://schemas.microsoft.com/office/drawing/2014/main" id="{6A357F23-6C43-1571-DCCD-FEE0487157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2450" y="335379"/>
            <a:ext cx="5370441" cy="132556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3200">
                <a:latin typeface="All Round Gothic Medium" panose="020B0603020202020104" pitchFamily="34" charset="77"/>
              </a:defRPr>
            </a:lvl1pPr>
          </a:lstStyle>
          <a:p>
            <a:r>
              <a:rPr lang="de-DE"/>
              <a:t>Headline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2EF3197-7D72-C4FA-9E23-1D09EEC9CC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2450" y="99216"/>
            <a:ext cx="5370441" cy="1477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Avenir LT Std 35 Light" panose="020B0402020203020204" pitchFamily="34" charset="0"/>
              </a:defRPr>
            </a:lvl1pPr>
          </a:lstStyle>
          <a:p>
            <a:pPr lvl="0"/>
            <a:r>
              <a:rPr lang="de-DE"/>
              <a:t>Info</a:t>
            </a:r>
          </a:p>
        </p:txBody>
      </p:sp>
    </p:spTree>
    <p:extLst>
      <p:ext uri="{BB962C8B-B14F-4D97-AF65-F5344CB8AC3E}">
        <p14:creationId xmlns:p14="http://schemas.microsoft.com/office/powerpoint/2010/main" val="2012538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+Tex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platzhalter 13">
            <a:extLst>
              <a:ext uri="{FF2B5EF4-FFF2-40B4-BE49-F238E27FC236}">
                <a16:creationId xmlns:a16="http://schemas.microsoft.com/office/drawing/2014/main" id="{F646B489-7711-9818-A81D-6048F9909A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2452" y="1873946"/>
            <a:ext cx="8535671" cy="44799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Clr>
                <a:srgbClr val="FF4200"/>
              </a:buClr>
              <a:buFont typeface="Wingdings" pitchFamily="2" charset="2"/>
              <a:buNone/>
              <a:defRPr sz="1200" b="0" i="0">
                <a:latin typeface="Avenir LT Std 35 Light" panose="020B0402020203020204" pitchFamily="34" charset="0"/>
              </a:defRPr>
            </a:lvl1pPr>
            <a:lvl2pPr marL="6858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2pPr>
            <a:lvl3pPr marL="11430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24" name="Titel 9">
            <a:extLst>
              <a:ext uri="{FF2B5EF4-FFF2-40B4-BE49-F238E27FC236}">
                <a16:creationId xmlns:a16="http://schemas.microsoft.com/office/drawing/2014/main" id="{6A357F23-6C43-1571-DCCD-FEE0487157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2450" y="335379"/>
            <a:ext cx="5370441" cy="132556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3200">
                <a:latin typeface="All Round Gothic Medium" panose="020B0603020202020104" pitchFamily="34" charset="77"/>
              </a:defRPr>
            </a:lvl1pPr>
          </a:lstStyle>
          <a:p>
            <a:r>
              <a:rPr lang="de-DE"/>
              <a:t>Headline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4731F4F3-91BA-0455-6603-08E3D965CF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94985" y="1690132"/>
            <a:ext cx="2497015" cy="4979342"/>
          </a:xfrm>
          <a:prstGeom prst="rect">
            <a:avLst/>
          </a:prstGeom>
        </p:spPr>
      </p:pic>
      <p:pic>
        <p:nvPicPr>
          <p:cNvPr id="3" name="Grafik 2" descr="Ein Bild, das Kreis, Grafiken, orange, Bernstein enthält.&#10;&#10;KI-generierte Inhalte können fehlerhaft sein.">
            <a:extLst>
              <a:ext uri="{FF2B5EF4-FFF2-40B4-BE49-F238E27FC236}">
                <a16:creationId xmlns:a16="http://schemas.microsoft.com/office/drawing/2014/main" id="{65560503-4ECE-C3F7-3B24-FC233B59D1B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82422" y="269958"/>
            <a:ext cx="539578" cy="539578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30F0643-D047-1D4C-DA68-66DA9DD753B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2450" y="99216"/>
            <a:ext cx="5370441" cy="1477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Avenir LT Std 35 Light" panose="020B0402020203020204" pitchFamily="34" charset="0"/>
              </a:defRPr>
            </a:lvl1pPr>
          </a:lstStyle>
          <a:p>
            <a:pPr lvl="0"/>
            <a:r>
              <a:rPr lang="de-DE"/>
              <a:t>Info</a:t>
            </a:r>
          </a:p>
        </p:txBody>
      </p:sp>
    </p:spTree>
    <p:extLst>
      <p:ext uri="{BB962C8B-B14F-4D97-AF65-F5344CB8AC3E}">
        <p14:creationId xmlns:p14="http://schemas.microsoft.com/office/powerpoint/2010/main" val="371515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großes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155E012A-6B53-EBC1-6FE2-CB83DE9464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916616" y="335380"/>
            <a:ext cx="4355442" cy="6141620"/>
          </a:xfrm>
          <a:prstGeom prst="round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19" name="Textplatzhalter 13">
            <a:extLst>
              <a:ext uri="{FF2B5EF4-FFF2-40B4-BE49-F238E27FC236}">
                <a16:creationId xmlns:a16="http://schemas.microsoft.com/office/drawing/2014/main" id="{C1C8E09E-9E1F-51F3-A8A5-8AB2B6760C9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2452" y="1873945"/>
            <a:ext cx="5417334" cy="46030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buClr>
                <a:srgbClr val="FF4200"/>
              </a:buClr>
              <a:buFont typeface="Wingdings" pitchFamily="2" charset="2"/>
              <a:buChar char="ü"/>
              <a:defRPr sz="1200" b="0" i="0">
                <a:latin typeface="Avenir LT Std 35 Light" panose="020B0402020203020204" pitchFamily="34" charset="0"/>
              </a:defRPr>
            </a:lvl1pPr>
            <a:lvl2pPr marL="6858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2pPr>
            <a:lvl3pPr marL="11430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/>
              <a:t>Auflistung</a:t>
            </a:r>
          </a:p>
        </p:txBody>
      </p:sp>
      <p:sp>
        <p:nvSpPr>
          <p:cNvPr id="20" name="Titel 9">
            <a:extLst>
              <a:ext uri="{FF2B5EF4-FFF2-40B4-BE49-F238E27FC236}">
                <a16:creationId xmlns:a16="http://schemas.microsoft.com/office/drawing/2014/main" id="{14DE72B0-D5B1-9BE7-596A-8FBAD57C4F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2450" y="335379"/>
            <a:ext cx="5370441" cy="132556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3200">
                <a:latin typeface="All Round Gothic Medium" panose="020B0603020202020104" pitchFamily="34" charset="77"/>
              </a:defRPr>
            </a:lvl1pPr>
          </a:lstStyle>
          <a:p>
            <a:r>
              <a:rPr lang="de-DE"/>
              <a:t>Headline</a:t>
            </a:r>
          </a:p>
        </p:txBody>
      </p:sp>
      <p:sp>
        <p:nvSpPr>
          <p:cNvPr id="2" name="Textplatzhalter 3">
            <a:extLst>
              <a:ext uri="{FF2B5EF4-FFF2-40B4-BE49-F238E27FC236}">
                <a16:creationId xmlns:a16="http://schemas.microsoft.com/office/drawing/2014/main" id="{D98D7B96-251B-E7C3-21A5-184180F59F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2450" y="99216"/>
            <a:ext cx="5370441" cy="1477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Avenir LT Std 35 Light" panose="020B0402020203020204" pitchFamily="34" charset="0"/>
              </a:defRPr>
            </a:lvl1pPr>
          </a:lstStyle>
          <a:p>
            <a:pPr lvl="0"/>
            <a:r>
              <a:rPr lang="de-DE"/>
              <a:t>Info</a:t>
            </a:r>
          </a:p>
        </p:txBody>
      </p:sp>
    </p:spTree>
    <p:extLst>
      <p:ext uri="{BB962C8B-B14F-4D97-AF65-F5344CB8AC3E}">
        <p14:creationId xmlns:p14="http://schemas.microsoft.com/office/powerpoint/2010/main" val="2690888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ilder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738951A-1948-F4DF-3879-EF08FC287CD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30109" y="639672"/>
            <a:ext cx="2999481" cy="3134841"/>
          </a:xfrm>
          <a:prstGeom prst="round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22" name="Titel 9">
            <a:extLst>
              <a:ext uri="{FF2B5EF4-FFF2-40B4-BE49-F238E27FC236}">
                <a16:creationId xmlns:a16="http://schemas.microsoft.com/office/drawing/2014/main" id="{C86D2E89-F2A8-5699-9165-C3E685DFB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2450" y="335379"/>
            <a:ext cx="5370441" cy="132556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3200">
                <a:latin typeface="All Round Gothic Medium" panose="020B0603020202020104" pitchFamily="34" charset="77"/>
              </a:defRPr>
            </a:lvl1pPr>
          </a:lstStyle>
          <a:p>
            <a:r>
              <a:rPr lang="de-DE"/>
              <a:t>Headline</a:t>
            </a:r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155E012A-6B53-EBC1-6FE2-CB83DE9464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683110" y="2952535"/>
            <a:ext cx="3002105" cy="3134841"/>
          </a:xfrm>
          <a:prstGeom prst="round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2" name="Textplatzhalter 13">
            <a:extLst>
              <a:ext uri="{FF2B5EF4-FFF2-40B4-BE49-F238E27FC236}">
                <a16:creationId xmlns:a16="http://schemas.microsoft.com/office/drawing/2014/main" id="{F203E088-1D62-382E-0EE6-5461C7DE4C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2452" y="1873945"/>
            <a:ext cx="5417334" cy="46030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buClr>
                <a:srgbClr val="FF4200"/>
              </a:buClr>
              <a:buFont typeface="Wingdings" pitchFamily="2" charset="2"/>
              <a:buChar char="ü"/>
              <a:defRPr sz="1200" b="0" i="0">
                <a:latin typeface="Avenir LT Std 35 Light" panose="020B0402020203020204" pitchFamily="34" charset="0"/>
              </a:defRPr>
            </a:lvl1pPr>
            <a:lvl2pPr marL="6858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2pPr>
            <a:lvl3pPr marL="11430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/>
              <a:t>Auflistung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568E301-9C0A-D4A2-5A5E-D2C77A5B67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2450" y="99216"/>
            <a:ext cx="5370441" cy="1477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Avenir LT Std 35 Light" panose="020B0402020203020204" pitchFamily="34" charset="0"/>
              </a:defRPr>
            </a:lvl1pPr>
          </a:lstStyle>
          <a:p>
            <a:pPr lvl="0"/>
            <a:r>
              <a:rPr lang="de-DE"/>
              <a:t>Info</a:t>
            </a:r>
          </a:p>
        </p:txBody>
      </p:sp>
    </p:spTree>
    <p:extLst>
      <p:ext uri="{BB962C8B-B14F-4D97-AF65-F5344CB8AC3E}">
        <p14:creationId xmlns:p14="http://schemas.microsoft.com/office/powerpoint/2010/main" val="4257174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ilder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738951A-1948-F4DF-3879-EF08FC287CD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30109" y="639672"/>
            <a:ext cx="3568107" cy="3729128"/>
          </a:xfrm>
          <a:prstGeom prst="round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22" name="Titel 9">
            <a:extLst>
              <a:ext uri="{FF2B5EF4-FFF2-40B4-BE49-F238E27FC236}">
                <a16:creationId xmlns:a16="http://schemas.microsoft.com/office/drawing/2014/main" id="{C86D2E89-F2A8-5699-9165-C3E685DFB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2450" y="335379"/>
            <a:ext cx="5370441" cy="132556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3200">
                <a:latin typeface="All Round Gothic Medium" panose="020B0603020202020104" pitchFamily="34" charset="77"/>
              </a:defRPr>
            </a:lvl1pPr>
          </a:lstStyle>
          <a:p>
            <a:r>
              <a:rPr lang="de-DE"/>
              <a:t>Headline</a:t>
            </a:r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155E012A-6B53-EBC1-6FE2-CB83DE9464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910618" y="4234316"/>
            <a:ext cx="1774597" cy="1853060"/>
          </a:xfrm>
          <a:prstGeom prst="round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2" name="Textplatzhalter 13">
            <a:extLst>
              <a:ext uri="{FF2B5EF4-FFF2-40B4-BE49-F238E27FC236}">
                <a16:creationId xmlns:a16="http://schemas.microsoft.com/office/drawing/2014/main" id="{F203E088-1D62-382E-0EE6-5461C7DE4C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2452" y="1873945"/>
            <a:ext cx="5417334" cy="46030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buClr>
                <a:srgbClr val="FF4200"/>
              </a:buClr>
              <a:buFont typeface="Wingdings" pitchFamily="2" charset="2"/>
              <a:buChar char="ü"/>
              <a:defRPr sz="1200" b="0" i="0">
                <a:latin typeface="Avenir LT Std 35 Light" panose="020B0402020203020204" pitchFamily="34" charset="0"/>
              </a:defRPr>
            </a:lvl1pPr>
            <a:lvl2pPr marL="6858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2pPr>
            <a:lvl3pPr marL="11430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/>
              <a:t>Auflistung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568E301-9C0A-D4A2-5A5E-D2C77A5B67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2450" y="99216"/>
            <a:ext cx="5370441" cy="1477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Avenir LT Std 35 Light" panose="020B0402020203020204" pitchFamily="34" charset="0"/>
              </a:defRPr>
            </a:lvl1pPr>
          </a:lstStyle>
          <a:p>
            <a:pPr lvl="0"/>
            <a:r>
              <a:rPr lang="de-DE"/>
              <a:t>Info</a:t>
            </a:r>
          </a:p>
        </p:txBody>
      </p:sp>
    </p:spTree>
    <p:extLst>
      <p:ext uri="{BB962C8B-B14F-4D97-AF65-F5344CB8AC3E}">
        <p14:creationId xmlns:p14="http://schemas.microsoft.com/office/powerpoint/2010/main" val="3279638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ilder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155E012A-6B53-EBC1-6FE2-CB83DE9464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241308" y="335380"/>
            <a:ext cx="4030749" cy="6141620"/>
          </a:xfrm>
          <a:prstGeom prst="round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19" name="Textplatzhalter 13">
            <a:extLst>
              <a:ext uri="{FF2B5EF4-FFF2-40B4-BE49-F238E27FC236}">
                <a16:creationId xmlns:a16="http://schemas.microsoft.com/office/drawing/2014/main" id="{C1C8E09E-9E1F-51F3-A8A5-8AB2B6760C9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2452" y="1873945"/>
            <a:ext cx="5417334" cy="46030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buClr>
                <a:srgbClr val="FF4200"/>
              </a:buClr>
              <a:buFont typeface="Wingdings" pitchFamily="2" charset="2"/>
              <a:buChar char="ü"/>
              <a:defRPr sz="1200" b="0" i="0">
                <a:latin typeface="Avenir LT Std 35 Light" panose="020B0402020203020204" pitchFamily="34" charset="0"/>
              </a:defRPr>
            </a:lvl1pPr>
            <a:lvl2pPr marL="6858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2pPr>
            <a:lvl3pPr marL="11430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/>
              <a:t>Auflistung</a:t>
            </a:r>
          </a:p>
        </p:txBody>
      </p:sp>
      <p:sp>
        <p:nvSpPr>
          <p:cNvPr id="20" name="Titel 9">
            <a:extLst>
              <a:ext uri="{FF2B5EF4-FFF2-40B4-BE49-F238E27FC236}">
                <a16:creationId xmlns:a16="http://schemas.microsoft.com/office/drawing/2014/main" id="{14DE72B0-D5B1-9BE7-596A-8FBAD57C4F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2450" y="335379"/>
            <a:ext cx="5370441" cy="132556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3200">
                <a:latin typeface="All Round Gothic Medium" panose="020B0603020202020104" pitchFamily="34" charset="77"/>
              </a:defRPr>
            </a:lvl1pPr>
          </a:lstStyle>
          <a:p>
            <a:r>
              <a:rPr lang="de-DE"/>
              <a:t>Headline</a:t>
            </a:r>
          </a:p>
        </p:txBody>
      </p:sp>
      <p:sp>
        <p:nvSpPr>
          <p:cNvPr id="2" name="Textplatzhalter 3">
            <a:extLst>
              <a:ext uri="{FF2B5EF4-FFF2-40B4-BE49-F238E27FC236}">
                <a16:creationId xmlns:a16="http://schemas.microsoft.com/office/drawing/2014/main" id="{D98D7B96-251B-E7C3-21A5-184180F59F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2450" y="99216"/>
            <a:ext cx="5370441" cy="1477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Avenir LT Std 35 Light" panose="020B0402020203020204" pitchFamily="34" charset="0"/>
              </a:defRPr>
            </a:lvl1pPr>
          </a:lstStyle>
          <a:p>
            <a:pPr lvl="0"/>
            <a:r>
              <a:rPr lang="de-DE"/>
              <a:t>Info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AD706A4-26AC-11E1-51F9-9874BB9D502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511637" y="807625"/>
            <a:ext cx="1464426" cy="1529175"/>
          </a:xfrm>
          <a:prstGeom prst="roundRect">
            <a:avLst/>
          </a:prstGeo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3597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ilder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738951A-1948-F4DF-3879-EF08FC287CD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84539" y="1117600"/>
            <a:ext cx="2220128" cy="5359397"/>
          </a:xfrm>
          <a:prstGeom prst="round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22" name="Titel 9">
            <a:extLst>
              <a:ext uri="{FF2B5EF4-FFF2-40B4-BE49-F238E27FC236}">
                <a16:creationId xmlns:a16="http://schemas.microsoft.com/office/drawing/2014/main" id="{C86D2E89-F2A8-5699-9165-C3E685DFB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2450" y="335379"/>
            <a:ext cx="5370441" cy="132556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3200">
                <a:latin typeface="All Round Gothic Medium" panose="020B0603020202020104" pitchFamily="34" charset="77"/>
              </a:defRPr>
            </a:lvl1pPr>
          </a:lstStyle>
          <a:p>
            <a:r>
              <a:rPr lang="de-DE"/>
              <a:t>Headline</a:t>
            </a:r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155E012A-6B53-EBC1-6FE2-CB83DE9464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99421" y="1117600"/>
            <a:ext cx="2220128" cy="5359397"/>
          </a:xfrm>
          <a:prstGeom prst="round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2" name="Textplatzhalter 13">
            <a:extLst>
              <a:ext uri="{FF2B5EF4-FFF2-40B4-BE49-F238E27FC236}">
                <a16:creationId xmlns:a16="http://schemas.microsoft.com/office/drawing/2014/main" id="{F203E088-1D62-382E-0EE6-5461C7DE4C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2452" y="1873945"/>
            <a:ext cx="5417334" cy="46030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buClr>
                <a:srgbClr val="FF4200"/>
              </a:buClr>
              <a:buFont typeface="Wingdings" pitchFamily="2" charset="2"/>
              <a:buChar char="ü"/>
              <a:defRPr sz="1200" b="0" i="0">
                <a:latin typeface="Avenir LT Std 35 Light" panose="020B0402020203020204" pitchFamily="34" charset="0"/>
              </a:defRPr>
            </a:lvl1pPr>
            <a:lvl2pPr marL="6858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2pPr>
            <a:lvl3pPr marL="11430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/>
              <a:t>Auflistung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568E301-9C0A-D4A2-5A5E-D2C77A5B67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2450" y="99216"/>
            <a:ext cx="5370441" cy="1477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Avenir LT Std 35 Light" panose="020B0402020203020204" pitchFamily="34" charset="0"/>
              </a:defRPr>
            </a:lvl1pPr>
          </a:lstStyle>
          <a:p>
            <a:pPr lvl="0"/>
            <a:r>
              <a:rPr lang="de-DE"/>
              <a:t>Info</a:t>
            </a:r>
          </a:p>
        </p:txBody>
      </p:sp>
    </p:spTree>
    <p:extLst>
      <p:ext uri="{BB962C8B-B14F-4D97-AF65-F5344CB8AC3E}">
        <p14:creationId xmlns:p14="http://schemas.microsoft.com/office/powerpoint/2010/main" val="11345255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ilder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738951A-1948-F4DF-3879-EF08FC287CD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658709" y="720437"/>
            <a:ext cx="2317143" cy="3042318"/>
          </a:xfrm>
          <a:prstGeom prst="round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Bildplatzhalter 2">
            <a:extLst>
              <a:ext uri="{FF2B5EF4-FFF2-40B4-BE49-F238E27FC236}">
                <a16:creationId xmlns:a16="http://schemas.microsoft.com/office/drawing/2014/main" id="{A3A3BA71-8A06-94F8-D542-BE48D9F4967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02405" y="741106"/>
            <a:ext cx="2317143" cy="3042318"/>
          </a:xfrm>
          <a:prstGeom prst="round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155E012A-6B53-EBC1-6FE2-CB83DE9464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58709" y="3894781"/>
            <a:ext cx="4760840" cy="2549770"/>
          </a:xfrm>
          <a:prstGeom prst="round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22" name="Titel 9">
            <a:extLst>
              <a:ext uri="{FF2B5EF4-FFF2-40B4-BE49-F238E27FC236}">
                <a16:creationId xmlns:a16="http://schemas.microsoft.com/office/drawing/2014/main" id="{C86D2E89-F2A8-5699-9165-C3E685DFB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2450" y="335379"/>
            <a:ext cx="5370441" cy="132556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3200">
                <a:latin typeface="All Round Gothic Medium" panose="020B0603020202020104" pitchFamily="34" charset="77"/>
              </a:defRPr>
            </a:lvl1pPr>
          </a:lstStyle>
          <a:p>
            <a:r>
              <a:rPr lang="de-DE"/>
              <a:t>Headline</a:t>
            </a:r>
          </a:p>
        </p:txBody>
      </p:sp>
      <p:sp>
        <p:nvSpPr>
          <p:cNvPr id="2" name="Textplatzhalter 13">
            <a:extLst>
              <a:ext uri="{FF2B5EF4-FFF2-40B4-BE49-F238E27FC236}">
                <a16:creationId xmlns:a16="http://schemas.microsoft.com/office/drawing/2014/main" id="{D5210099-E016-DB0E-93FE-52100BA0857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2452" y="1873945"/>
            <a:ext cx="5417334" cy="46030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buClr>
                <a:srgbClr val="FF4200"/>
              </a:buClr>
              <a:buFont typeface="Wingdings" pitchFamily="2" charset="2"/>
              <a:buChar char="ü"/>
              <a:defRPr sz="1200" b="0" i="0">
                <a:latin typeface="Avenir LT Std 35 Light" panose="020B0402020203020204" pitchFamily="34" charset="0"/>
              </a:defRPr>
            </a:lvl1pPr>
            <a:lvl2pPr marL="6858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2pPr>
            <a:lvl3pPr marL="11430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/>
              <a:t>Auflistung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AC8F928-0458-D90F-C042-4F4CF5287C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2450" y="99216"/>
            <a:ext cx="5370441" cy="1477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Avenir LT Std 35 Light" panose="020B0402020203020204" pitchFamily="34" charset="0"/>
              </a:defRPr>
            </a:lvl1pPr>
          </a:lstStyle>
          <a:p>
            <a:pPr lvl="0"/>
            <a:r>
              <a:rPr lang="de-DE"/>
              <a:t>Info</a:t>
            </a:r>
          </a:p>
        </p:txBody>
      </p:sp>
    </p:spTree>
    <p:extLst>
      <p:ext uri="{BB962C8B-B14F-4D97-AF65-F5344CB8AC3E}">
        <p14:creationId xmlns:p14="http://schemas.microsoft.com/office/powerpoint/2010/main" val="2116872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ilder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738951A-1948-F4DF-3879-EF08FC287CD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41849" y="682587"/>
            <a:ext cx="2689817" cy="2809477"/>
          </a:xfrm>
          <a:prstGeom prst="roundRect">
            <a:avLst/>
          </a:prstGeom>
        </p:spPr>
        <p:txBody>
          <a:bodyPr/>
          <a:lstStyle/>
          <a:p>
            <a:r>
              <a:rPr lang="de-DE" dirty="0"/>
              <a:t>Bild durch Klicken auf Symbol hinzufügen</a:t>
            </a:r>
          </a:p>
        </p:txBody>
      </p:sp>
      <p:sp>
        <p:nvSpPr>
          <p:cNvPr id="5" name="Bildplatzhalter 2">
            <a:extLst>
              <a:ext uri="{FF2B5EF4-FFF2-40B4-BE49-F238E27FC236}">
                <a16:creationId xmlns:a16="http://schemas.microsoft.com/office/drawing/2014/main" id="{F801C5A5-D44E-5877-487D-4A8A1F52C53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42873" y="3774477"/>
            <a:ext cx="2297467" cy="2397575"/>
          </a:xfrm>
          <a:prstGeom prst="roundRect">
            <a:avLst/>
          </a:prstGeom>
        </p:spPr>
        <p:txBody>
          <a:bodyPr/>
          <a:lstStyle/>
          <a:p>
            <a:r>
              <a:rPr lang="de-DE" dirty="0"/>
              <a:t>Bild durch Klicken auf Symbol hinzufügen</a:t>
            </a:r>
          </a:p>
        </p:txBody>
      </p:sp>
      <p:sp>
        <p:nvSpPr>
          <p:cNvPr id="7" name="Bildplatzhalter 2">
            <a:extLst>
              <a:ext uri="{FF2B5EF4-FFF2-40B4-BE49-F238E27FC236}">
                <a16:creationId xmlns:a16="http://schemas.microsoft.com/office/drawing/2014/main" id="{A3A3BA71-8A06-94F8-D542-BE48D9F4967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52198" y="1724006"/>
            <a:ext cx="2297467" cy="2397575"/>
          </a:xfrm>
          <a:prstGeom prst="roundRect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2" name="Titel 9">
            <a:extLst>
              <a:ext uri="{FF2B5EF4-FFF2-40B4-BE49-F238E27FC236}">
                <a16:creationId xmlns:a16="http://schemas.microsoft.com/office/drawing/2014/main" id="{C86D2E89-F2A8-5699-9165-C3E685DFB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2450" y="335379"/>
            <a:ext cx="5370441" cy="132556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3200">
                <a:latin typeface="All Round Gothic Medium" panose="020B0603020202020104" pitchFamily="34" charset="77"/>
              </a:defRPr>
            </a:lvl1pPr>
          </a:lstStyle>
          <a:p>
            <a:r>
              <a:rPr lang="de-DE"/>
              <a:t>Headline</a:t>
            </a:r>
          </a:p>
        </p:txBody>
      </p:sp>
      <p:sp>
        <p:nvSpPr>
          <p:cNvPr id="2" name="Textplatzhalter 13">
            <a:extLst>
              <a:ext uri="{FF2B5EF4-FFF2-40B4-BE49-F238E27FC236}">
                <a16:creationId xmlns:a16="http://schemas.microsoft.com/office/drawing/2014/main" id="{1CF70F78-6CFF-E9C6-0C16-905D875E83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2452" y="1873945"/>
            <a:ext cx="5417334" cy="46030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buClr>
                <a:srgbClr val="FF4200"/>
              </a:buClr>
              <a:buFont typeface="Wingdings" pitchFamily="2" charset="2"/>
              <a:buChar char="ü"/>
              <a:defRPr sz="1200" b="0" i="0">
                <a:latin typeface="Avenir LT Std 35 Light" panose="020B0402020203020204" pitchFamily="34" charset="0"/>
              </a:defRPr>
            </a:lvl1pPr>
            <a:lvl2pPr marL="6858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2pPr>
            <a:lvl3pPr marL="11430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/>
              <a:t>Auflistung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9E1CF81-A747-1FC2-391D-FBDE7402950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2450" y="99216"/>
            <a:ext cx="5370441" cy="1477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Avenir LT Std 35 Light" panose="020B0402020203020204" pitchFamily="34" charset="0"/>
              </a:defRPr>
            </a:lvl1pPr>
          </a:lstStyle>
          <a:p>
            <a:pPr lvl="0"/>
            <a:r>
              <a:rPr lang="de-DE"/>
              <a:t>Info</a:t>
            </a:r>
          </a:p>
        </p:txBody>
      </p:sp>
    </p:spTree>
    <p:extLst>
      <p:ext uri="{BB962C8B-B14F-4D97-AF65-F5344CB8AC3E}">
        <p14:creationId xmlns:p14="http://schemas.microsoft.com/office/powerpoint/2010/main" val="41790123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ilder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738951A-1948-F4DF-3879-EF08FC287CD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94692" y="908569"/>
            <a:ext cx="2561281" cy="2675223"/>
          </a:xfrm>
          <a:prstGeom prst="round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5" name="Bildplatzhalter 2">
            <a:extLst>
              <a:ext uri="{FF2B5EF4-FFF2-40B4-BE49-F238E27FC236}">
                <a16:creationId xmlns:a16="http://schemas.microsoft.com/office/drawing/2014/main" id="{F801C5A5-D44E-5877-487D-4A8A1F52C53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8139" y="3705855"/>
            <a:ext cx="2561281" cy="2672884"/>
          </a:xfrm>
          <a:prstGeom prst="round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Bildplatzhalter 2">
            <a:extLst>
              <a:ext uri="{FF2B5EF4-FFF2-40B4-BE49-F238E27FC236}">
                <a16:creationId xmlns:a16="http://schemas.microsoft.com/office/drawing/2014/main" id="{A3A3BA71-8A06-94F8-D542-BE48D9F4967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213810" y="908569"/>
            <a:ext cx="2561281" cy="2672884"/>
          </a:xfrm>
          <a:prstGeom prst="round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22" name="Titel 9">
            <a:extLst>
              <a:ext uri="{FF2B5EF4-FFF2-40B4-BE49-F238E27FC236}">
                <a16:creationId xmlns:a16="http://schemas.microsoft.com/office/drawing/2014/main" id="{C86D2E89-F2A8-5699-9165-C3E685DFB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2450" y="335379"/>
            <a:ext cx="5370441" cy="132556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3200">
                <a:latin typeface="All Round Gothic Medium" panose="020B0603020202020104" pitchFamily="34" charset="77"/>
              </a:defRPr>
            </a:lvl1pPr>
          </a:lstStyle>
          <a:p>
            <a:r>
              <a:rPr lang="de-DE"/>
              <a:t>Headline</a:t>
            </a:r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155E012A-6B53-EBC1-6FE2-CB83DE9464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213809" y="3711437"/>
            <a:ext cx="2561281" cy="2672884"/>
          </a:xfrm>
          <a:prstGeom prst="round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2" name="Textplatzhalter 13">
            <a:extLst>
              <a:ext uri="{FF2B5EF4-FFF2-40B4-BE49-F238E27FC236}">
                <a16:creationId xmlns:a16="http://schemas.microsoft.com/office/drawing/2014/main" id="{1CF70F78-6CFF-E9C6-0C16-905D875E83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2452" y="1873945"/>
            <a:ext cx="5417334" cy="46030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buClr>
                <a:srgbClr val="FF4200"/>
              </a:buClr>
              <a:buFont typeface="Wingdings" pitchFamily="2" charset="2"/>
              <a:buChar char="ü"/>
              <a:defRPr sz="1200" b="0" i="0">
                <a:latin typeface="Avenir LT Std 35 Light" panose="020B0402020203020204" pitchFamily="34" charset="0"/>
              </a:defRPr>
            </a:lvl1pPr>
            <a:lvl2pPr marL="6858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2pPr>
            <a:lvl3pPr marL="11430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/>
              <a:t>Auflistung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9E1CF81-A747-1FC2-391D-FBDE7402950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2450" y="99216"/>
            <a:ext cx="5370441" cy="1477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Avenir LT Std 35 Light" panose="020B0402020203020204" pitchFamily="34" charset="0"/>
              </a:defRPr>
            </a:lvl1pPr>
          </a:lstStyle>
          <a:p>
            <a:pPr lvl="0"/>
            <a:r>
              <a:rPr lang="de-DE"/>
              <a:t>Info</a:t>
            </a:r>
          </a:p>
        </p:txBody>
      </p:sp>
    </p:spTree>
    <p:extLst>
      <p:ext uri="{BB962C8B-B14F-4D97-AF65-F5344CB8AC3E}">
        <p14:creationId xmlns:p14="http://schemas.microsoft.com/office/powerpoint/2010/main" val="10780091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ilder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738951A-1948-F4DF-3879-EF08FC287CD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64542" y="908569"/>
            <a:ext cx="2297467" cy="2399673"/>
          </a:xfrm>
          <a:prstGeom prst="roundRect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5" name="Bildplatzhalter 2">
            <a:extLst>
              <a:ext uri="{FF2B5EF4-FFF2-40B4-BE49-F238E27FC236}">
                <a16:creationId xmlns:a16="http://schemas.microsoft.com/office/drawing/2014/main" id="{F801C5A5-D44E-5877-487D-4A8A1F52C53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54141" y="3489908"/>
            <a:ext cx="2297467" cy="2397575"/>
          </a:xfrm>
          <a:prstGeom prst="roundRect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7" name="Bildplatzhalter 2">
            <a:extLst>
              <a:ext uri="{FF2B5EF4-FFF2-40B4-BE49-F238E27FC236}">
                <a16:creationId xmlns:a16="http://schemas.microsoft.com/office/drawing/2014/main" id="{A3A3BA71-8A06-94F8-D542-BE48D9F4967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063466" y="1439437"/>
            <a:ext cx="2297467" cy="2397575"/>
          </a:xfrm>
          <a:prstGeom prst="roundRect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2" name="Titel 9">
            <a:extLst>
              <a:ext uri="{FF2B5EF4-FFF2-40B4-BE49-F238E27FC236}">
                <a16:creationId xmlns:a16="http://schemas.microsoft.com/office/drawing/2014/main" id="{C86D2E89-F2A8-5699-9165-C3E685DFB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2450" y="335379"/>
            <a:ext cx="5370441" cy="132556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3200">
                <a:latin typeface="All Round Gothic Medium" panose="020B0603020202020104" pitchFamily="34" charset="77"/>
              </a:defRPr>
            </a:lvl1pPr>
          </a:lstStyle>
          <a:p>
            <a:r>
              <a:rPr lang="de-DE"/>
              <a:t>Headline</a:t>
            </a:r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155E012A-6B53-EBC1-6FE2-CB83DE9464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647393" y="4014164"/>
            <a:ext cx="2297467" cy="2397575"/>
          </a:xfrm>
          <a:prstGeom prst="roundRect">
            <a:avLst/>
          </a:prstGeom>
        </p:spPr>
        <p:txBody>
          <a:bodyPr/>
          <a:lstStyle/>
          <a:p>
            <a:r>
              <a:rPr lang="de-DE" dirty="0"/>
              <a:t>Bild durch Klicken auf Symbol hinzufügen</a:t>
            </a:r>
          </a:p>
        </p:txBody>
      </p:sp>
      <p:sp>
        <p:nvSpPr>
          <p:cNvPr id="2" name="Textplatzhalter 13">
            <a:extLst>
              <a:ext uri="{FF2B5EF4-FFF2-40B4-BE49-F238E27FC236}">
                <a16:creationId xmlns:a16="http://schemas.microsoft.com/office/drawing/2014/main" id="{1CF70F78-6CFF-E9C6-0C16-905D875E83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2452" y="1873945"/>
            <a:ext cx="5417334" cy="46030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buClr>
                <a:srgbClr val="FF4200"/>
              </a:buClr>
              <a:buFont typeface="Wingdings" pitchFamily="2" charset="2"/>
              <a:buChar char="ü"/>
              <a:defRPr sz="1200" b="0" i="0">
                <a:latin typeface="Avenir LT Std 35 Light" panose="020B0402020203020204" pitchFamily="34" charset="0"/>
              </a:defRPr>
            </a:lvl1pPr>
            <a:lvl2pPr marL="6858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2pPr>
            <a:lvl3pPr marL="11430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/>
              <a:t>Auflistung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9E1CF81-A747-1FC2-391D-FBDE7402950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2450" y="99216"/>
            <a:ext cx="5370441" cy="1477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Avenir LT Std 35 Light" panose="020B0402020203020204" pitchFamily="34" charset="0"/>
              </a:defRPr>
            </a:lvl1pPr>
          </a:lstStyle>
          <a:p>
            <a:pPr lvl="0"/>
            <a:r>
              <a:rPr lang="de-DE"/>
              <a:t>Info</a:t>
            </a:r>
          </a:p>
        </p:txBody>
      </p:sp>
    </p:spTree>
    <p:extLst>
      <p:ext uri="{BB962C8B-B14F-4D97-AF65-F5344CB8AC3E}">
        <p14:creationId xmlns:p14="http://schemas.microsoft.com/office/powerpoint/2010/main" val="39212720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großes Bild R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155E012A-6B53-EBC1-6FE2-CB83DE9464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954982" y="1173018"/>
            <a:ext cx="6315541" cy="6552490"/>
          </a:xfrm>
          <a:prstGeom prst="round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15" name="Textplatzhalter 13">
            <a:extLst>
              <a:ext uri="{FF2B5EF4-FFF2-40B4-BE49-F238E27FC236}">
                <a16:creationId xmlns:a16="http://schemas.microsoft.com/office/drawing/2014/main" id="{72206DCD-0B60-6E5D-8C0D-48A4E1E227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2452" y="1873945"/>
            <a:ext cx="5417334" cy="444734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buClr>
                <a:srgbClr val="FF4200"/>
              </a:buClr>
              <a:buFont typeface="Wingdings" pitchFamily="2" charset="2"/>
              <a:buChar char="ü"/>
              <a:defRPr sz="1200" b="0" i="0">
                <a:latin typeface="Avenir LT Std 35 Light" panose="020B0402020203020204" pitchFamily="34" charset="0"/>
              </a:defRPr>
            </a:lvl1pPr>
            <a:lvl2pPr marL="6858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2pPr>
            <a:lvl3pPr marL="11430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/>
              <a:t>Auflistung</a:t>
            </a:r>
          </a:p>
        </p:txBody>
      </p:sp>
      <p:sp>
        <p:nvSpPr>
          <p:cNvPr id="16" name="Titel 9">
            <a:extLst>
              <a:ext uri="{FF2B5EF4-FFF2-40B4-BE49-F238E27FC236}">
                <a16:creationId xmlns:a16="http://schemas.microsoft.com/office/drawing/2014/main" id="{1FBAA7F5-230E-3AB8-A6F6-565DE677D7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2450" y="335379"/>
            <a:ext cx="5370441" cy="132556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3200">
                <a:latin typeface="All Round Gothic Medium" panose="020B0603020202020104" pitchFamily="34" charset="77"/>
              </a:defRPr>
            </a:lvl1pPr>
          </a:lstStyle>
          <a:p>
            <a:r>
              <a:rPr lang="de-DE"/>
              <a:t>Headline</a:t>
            </a:r>
          </a:p>
        </p:txBody>
      </p:sp>
      <p:sp>
        <p:nvSpPr>
          <p:cNvPr id="2" name="Textplatzhalter 3">
            <a:extLst>
              <a:ext uri="{FF2B5EF4-FFF2-40B4-BE49-F238E27FC236}">
                <a16:creationId xmlns:a16="http://schemas.microsoft.com/office/drawing/2014/main" id="{B2783185-9382-F55D-0339-5E233105DDA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2450" y="99216"/>
            <a:ext cx="5370441" cy="1477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Avenir LT Std 35 Light" panose="020B0402020203020204" pitchFamily="34" charset="0"/>
              </a:defRPr>
            </a:lvl1pPr>
          </a:lstStyle>
          <a:p>
            <a:pPr lvl="0"/>
            <a:r>
              <a:rPr lang="de-DE"/>
              <a:t>Info</a:t>
            </a:r>
          </a:p>
        </p:txBody>
      </p:sp>
    </p:spTree>
    <p:extLst>
      <p:ext uri="{BB962C8B-B14F-4D97-AF65-F5344CB8AC3E}">
        <p14:creationId xmlns:p14="http://schemas.microsoft.com/office/powerpoint/2010/main" val="25144553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+2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13">
            <a:extLst>
              <a:ext uri="{FF2B5EF4-FFF2-40B4-BE49-F238E27FC236}">
                <a16:creationId xmlns:a16="http://schemas.microsoft.com/office/drawing/2014/main" id="{FEE050CD-8D56-CE62-AFF4-ACE7B40FCC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53801" y="1873946"/>
            <a:ext cx="4549825" cy="365034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Avenir LT Std 35 Light" panose="020B0402020203020204" pitchFamily="34" charset="0"/>
              </a:defRPr>
            </a:lvl1pPr>
            <a:lvl2pPr>
              <a:defRPr sz="1400" b="0" i="0">
                <a:latin typeface="Avenir LT Std 35 Light" panose="020B0402020203020204" pitchFamily="34" charset="0"/>
              </a:defRPr>
            </a:lvl2pPr>
            <a:lvl3pPr>
              <a:defRPr sz="1400" b="0" i="0">
                <a:latin typeface="Avenir LT Std 35 Light" panose="020B0402020203020204" pitchFamily="34" charset="0"/>
              </a:defRPr>
            </a:lvl3pPr>
            <a:lvl4pPr>
              <a:defRPr sz="1400" b="0" i="0">
                <a:latin typeface="Avenir LT Std 35 Light" panose="020B0402020203020204" pitchFamily="34" charset="0"/>
              </a:defRPr>
            </a:lvl4pPr>
            <a:lvl5pPr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/>
              <a:t>Text 2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CD086482-190B-E7AB-FA6B-BA9B9A1018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10715" y="3117382"/>
            <a:ext cx="1781285" cy="3552092"/>
          </a:xfrm>
          <a:prstGeom prst="rect">
            <a:avLst/>
          </a:prstGeom>
        </p:spPr>
      </p:pic>
      <p:sp>
        <p:nvSpPr>
          <p:cNvPr id="13" name="Textplatzhalter 13">
            <a:extLst>
              <a:ext uri="{FF2B5EF4-FFF2-40B4-BE49-F238E27FC236}">
                <a16:creationId xmlns:a16="http://schemas.microsoft.com/office/drawing/2014/main" id="{DC70FAF7-684B-BAB3-8E15-DF834F9D76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2452" y="1873946"/>
            <a:ext cx="4736125" cy="365034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Clr>
                <a:srgbClr val="FF4200"/>
              </a:buClr>
              <a:buFont typeface="Wingdings" pitchFamily="2" charset="2"/>
              <a:buNone/>
              <a:defRPr sz="1200" b="0" i="0">
                <a:latin typeface="Avenir LT Std 35 Light" panose="020B0402020203020204" pitchFamily="34" charset="0"/>
              </a:defRPr>
            </a:lvl1pPr>
            <a:lvl2pPr marL="6858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2pPr>
            <a:lvl3pPr marL="11430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/>
              <a:t>Text 1</a:t>
            </a:r>
          </a:p>
        </p:txBody>
      </p:sp>
      <p:sp>
        <p:nvSpPr>
          <p:cNvPr id="14" name="Titel 9">
            <a:extLst>
              <a:ext uri="{FF2B5EF4-FFF2-40B4-BE49-F238E27FC236}">
                <a16:creationId xmlns:a16="http://schemas.microsoft.com/office/drawing/2014/main" id="{4FCF3984-7ED9-B288-EE00-5A516551BF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2451" y="335379"/>
            <a:ext cx="4736126" cy="132556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3200">
                <a:latin typeface="All Round Gothic Medium" panose="020B0603020202020104" pitchFamily="34" charset="77"/>
              </a:defRPr>
            </a:lvl1pPr>
          </a:lstStyle>
          <a:p>
            <a:r>
              <a:rPr lang="de-DE"/>
              <a:t>Headline</a:t>
            </a:r>
          </a:p>
        </p:txBody>
      </p:sp>
      <p:sp>
        <p:nvSpPr>
          <p:cNvPr id="2" name="Textplatzhalter 3">
            <a:extLst>
              <a:ext uri="{FF2B5EF4-FFF2-40B4-BE49-F238E27FC236}">
                <a16:creationId xmlns:a16="http://schemas.microsoft.com/office/drawing/2014/main" id="{F673DE8A-7913-1349-82AF-7B50FA332D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72450" y="99216"/>
            <a:ext cx="5370441" cy="1477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Avenir LT Std 35 Light" panose="020B0402020203020204" pitchFamily="34" charset="0"/>
              </a:defRPr>
            </a:lvl1pPr>
          </a:lstStyle>
          <a:p>
            <a:pPr lvl="0"/>
            <a:r>
              <a:rPr lang="de-DE"/>
              <a:t>Info</a:t>
            </a:r>
          </a:p>
        </p:txBody>
      </p:sp>
    </p:spTree>
    <p:extLst>
      <p:ext uri="{BB962C8B-B14F-4D97-AF65-F5344CB8AC3E}">
        <p14:creationId xmlns:p14="http://schemas.microsoft.com/office/powerpoint/2010/main" val="36054451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folie Bild dunk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>
            <a:extLst>
              <a:ext uri="{FF2B5EF4-FFF2-40B4-BE49-F238E27FC236}">
                <a16:creationId xmlns:a16="http://schemas.microsoft.com/office/drawing/2014/main" id="{35D20CD4-4BF1-0EE1-A363-739EE296FD7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8261" y="117231"/>
            <a:ext cx="11875477" cy="6623538"/>
          </a:xfrm>
          <a:prstGeom prst="roundRect">
            <a:avLst>
              <a:gd name="adj" fmla="val 4169"/>
            </a:avLst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Titel 9">
            <a:extLst>
              <a:ext uri="{FF2B5EF4-FFF2-40B4-BE49-F238E27FC236}">
                <a16:creationId xmlns:a16="http://schemas.microsoft.com/office/drawing/2014/main" id="{18380B9B-8E46-F3AC-5D3F-FD6F9E6580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16" y="4136118"/>
            <a:ext cx="4549826" cy="132556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3200">
                <a:latin typeface="All Round Gothic Medium" panose="020B0603020202020104" pitchFamily="34" charset="77"/>
              </a:defRPr>
            </a:lvl1pPr>
          </a:lstStyle>
          <a:p>
            <a:r>
              <a:rPr lang="de-DE"/>
              <a:t>Headline</a:t>
            </a:r>
          </a:p>
        </p:txBody>
      </p:sp>
      <p:sp>
        <p:nvSpPr>
          <p:cNvPr id="6" name="Textplatzhalter 13">
            <a:extLst>
              <a:ext uri="{FF2B5EF4-FFF2-40B4-BE49-F238E27FC236}">
                <a16:creationId xmlns:a16="http://schemas.microsoft.com/office/drawing/2014/main" id="{81C023A8-0061-2E50-E443-A4A83581E3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4916" y="5574445"/>
            <a:ext cx="5900499" cy="4277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venir LT Std 35 Light" panose="020B0402020203020204" pitchFamily="34" charset="0"/>
              </a:defRPr>
            </a:lvl1pPr>
            <a:lvl2pPr>
              <a:defRPr sz="1400" b="0" i="0">
                <a:latin typeface="Avenir LT Std 35 Light" panose="020B0402020203020204" pitchFamily="34" charset="0"/>
              </a:defRPr>
            </a:lvl2pPr>
            <a:lvl3pPr>
              <a:defRPr sz="1400" b="0" i="0">
                <a:latin typeface="Avenir LT Std 35 Light" panose="020B0402020203020204" pitchFamily="34" charset="0"/>
              </a:defRPr>
            </a:lvl3pPr>
            <a:lvl4pPr>
              <a:defRPr sz="1400" b="0" i="0">
                <a:latin typeface="Avenir LT Std 35 Light" panose="020B0402020203020204" pitchFamily="34" charset="0"/>
              </a:defRPr>
            </a:lvl4pPr>
            <a:lvl5pPr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6141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folie Bild he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D6F4EB2D-C5BB-4DED-A8A5-36B7EACA082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8261" y="117231"/>
            <a:ext cx="11875477" cy="6623538"/>
          </a:xfrm>
          <a:prstGeom prst="roundRect">
            <a:avLst>
              <a:gd name="adj" fmla="val 4169"/>
            </a:avLst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Titel 9">
            <a:extLst>
              <a:ext uri="{FF2B5EF4-FFF2-40B4-BE49-F238E27FC236}">
                <a16:creationId xmlns:a16="http://schemas.microsoft.com/office/drawing/2014/main" id="{18380B9B-8E46-F3AC-5D3F-FD6F9E6580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16" y="4136118"/>
            <a:ext cx="4549826" cy="132556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3200">
                <a:solidFill>
                  <a:schemeClr val="bg1"/>
                </a:solidFill>
                <a:latin typeface="All Round Gothic Medium" panose="020B0603020202020104" pitchFamily="34" charset="77"/>
              </a:defRPr>
            </a:lvl1pPr>
          </a:lstStyle>
          <a:p>
            <a:r>
              <a:rPr lang="de-DE"/>
              <a:t>Headline</a:t>
            </a:r>
          </a:p>
        </p:txBody>
      </p:sp>
      <p:sp>
        <p:nvSpPr>
          <p:cNvPr id="6" name="Textplatzhalter 13">
            <a:extLst>
              <a:ext uri="{FF2B5EF4-FFF2-40B4-BE49-F238E27FC236}">
                <a16:creationId xmlns:a16="http://schemas.microsoft.com/office/drawing/2014/main" id="{81C023A8-0061-2E50-E443-A4A83581E3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4916" y="5574445"/>
            <a:ext cx="5900499" cy="4277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venir LT Std 35 Light" panose="020B0402020203020204" pitchFamily="34" charset="0"/>
              </a:defRPr>
            </a:lvl1pPr>
            <a:lvl2pPr>
              <a:defRPr sz="1400" b="0" i="0">
                <a:latin typeface="Avenir LT Std 35 Light" panose="020B0402020203020204" pitchFamily="34" charset="0"/>
              </a:defRPr>
            </a:lvl2pPr>
            <a:lvl3pPr>
              <a:defRPr sz="1400" b="0" i="0">
                <a:latin typeface="Avenir LT Std 35 Light" panose="020B0402020203020204" pitchFamily="34" charset="0"/>
              </a:defRPr>
            </a:lvl3pPr>
            <a:lvl4pPr>
              <a:defRPr sz="1400" b="0" i="0">
                <a:latin typeface="Avenir LT Std 35 Light" panose="020B0402020203020204" pitchFamily="34" charset="0"/>
              </a:defRPr>
            </a:lvl4pPr>
            <a:lvl5pPr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98723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folie Verlau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0BF54B9F-3A7D-EB40-C907-ADE3A368A14F}"/>
              </a:ext>
            </a:extLst>
          </p:cNvPr>
          <p:cNvSpPr/>
          <p:nvPr userDrawn="1"/>
        </p:nvSpPr>
        <p:spPr>
          <a:xfrm>
            <a:off x="158261" y="117230"/>
            <a:ext cx="11875477" cy="6623538"/>
          </a:xfrm>
          <a:prstGeom prst="roundRect">
            <a:avLst>
              <a:gd name="adj" fmla="val 4101"/>
            </a:avLst>
          </a:prstGeom>
          <a:gradFill flip="none" rotWithShape="1">
            <a:gsLst>
              <a:gs pos="95000">
                <a:srgbClr val="FF4200"/>
              </a:gs>
              <a:gs pos="0">
                <a:srgbClr val="FF9D0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itel 9">
            <a:extLst>
              <a:ext uri="{FF2B5EF4-FFF2-40B4-BE49-F238E27FC236}">
                <a16:creationId xmlns:a16="http://schemas.microsoft.com/office/drawing/2014/main" id="{18380B9B-8E46-F3AC-5D3F-FD6F9E6580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15" y="4136118"/>
            <a:ext cx="5900499" cy="1325563"/>
          </a:xfrm>
          <a:prstGeom prst="rect">
            <a:avLst/>
          </a:prstGeom>
          <a:ln>
            <a:noFill/>
          </a:ln>
        </p:spPr>
        <p:txBody>
          <a:bodyPr anchor="b" anchorCtr="0">
            <a:noAutofit/>
          </a:bodyPr>
          <a:lstStyle>
            <a:lvl1pPr>
              <a:defRPr sz="3200">
                <a:solidFill>
                  <a:schemeClr val="bg1"/>
                </a:solidFill>
                <a:latin typeface="All Round Gothic Medium" panose="020B0603020202020104" pitchFamily="34" charset="77"/>
              </a:defRPr>
            </a:lvl1pPr>
          </a:lstStyle>
          <a:p>
            <a:r>
              <a:rPr lang="de-DE"/>
              <a:t>Headline</a:t>
            </a:r>
          </a:p>
        </p:txBody>
      </p:sp>
      <p:sp>
        <p:nvSpPr>
          <p:cNvPr id="6" name="Textplatzhalter 13">
            <a:extLst>
              <a:ext uri="{FF2B5EF4-FFF2-40B4-BE49-F238E27FC236}">
                <a16:creationId xmlns:a16="http://schemas.microsoft.com/office/drawing/2014/main" id="{81C023A8-0061-2E50-E443-A4A83581E3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4916" y="5574445"/>
            <a:ext cx="5900499" cy="4277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venir LT Std 35 Light" panose="020B0402020203020204" pitchFamily="34" charset="0"/>
              </a:defRPr>
            </a:lvl1pPr>
            <a:lvl2pPr>
              <a:defRPr sz="1400" b="0" i="0">
                <a:latin typeface="Avenir LT Std 35 Light" panose="020B0402020203020204" pitchFamily="34" charset="0"/>
              </a:defRPr>
            </a:lvl2pPr>
            <a:lvl3pPr>
              <a:defRPr sz="1400" b="0" i="0">
                <a:latin typeface="Avenir LT Std 35 Light" panose="020B0402020203020204" pitchFamily="34" charset="0"/>
              </a:defRPr>
            </a:lvl3pPr>
            <a:lvl4pPr>
              <a:defRPr sz="1400" b="0" i="0">
                <a:latin typeface="Avenir LT Std 35 Light" panose="020B0402020203020204" pitchFamily="34" charset="0"/>
              </a:defRPr>
            </a:lvl4pPr>
            <a:lvl5pPr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pic>
        <p:nvPicPr>
          <p:cNvPr id="5" name="Grafik 4" descr="Ein Bild, das Grafiken, Kreis, Schwarz, Schwarzweiß enthält.&#10;&#10;KI-generierte Inhalte können fehlerhaft sein.">
            <a:extLst>
              <a:ext uri="{FF2B5EF4-FFF2-40B4-BE49-F238E27FC236}">
                <a16:creationId xmlns:a16="http://schemas.microsoft.com/office/drawing/2014/main" id="{140F38F9-881C-8EAA-09AE-64449E215A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13230" y="117231"/>
            <a:ext cx="5568461" cy="5568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4363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folie Nachhaltigke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C20CEDA3-C941-DDE6-C9E1-7231B9193234}"/>
              </a:ext>
            </a:extLst>
          </p:cNvPr>
          <p:cNvSpPr/>
          <p:nvPr userDrawn="1"/>
        </p:nvSpPr>
        <p:spPr>
          <a:xfrm>
            <a:off x="158261" y="117231"/>
            <a:ext cx="11875477" cy="6623538"/>
          </a:xfrm>
          <a:prstGeom prst="roundRect">
            <a:avLst>
              <a:gd name="adj" fmla="val 4101"/>
            </a:avLst>
          </a:prstGeom>
          <a:gradFill flip="none" rotWithShape="1">
            <a:gsLst>
              <a:gs pos="95000">
                <a:srgbClr val="D2DB2F"/>
              </a:gs>
              <a:gs pos="0">
                <a:srgbClr val="6CB74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itel 9">
            <a:extLst>
              <a:ext uri="{FF2B5EF4-FFF2-40B4-BE49-F238E27FC236}">
                <a16:creationId xmlns:a16="http://schemas.microsoft.com/office/drawing/2014/main" id="{18380B9B-8E46-F3AC-5D3F-FD6F9E6580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15" y="4136118"/>
            <a:ext cx="5900499" cy="1325563"/>
          </a:xfrm>
          <a:prstGeom prst="rect">
            <a:avLst/>
          </a:prstGeom>
          <a:ln>
            <a:noFill/>
          </a:ln>
        </p:spPr>
        <p:txBody>
          <a:bodyPr anchor="b" anchorCtr="0">
            <a:noAutofit/>
          </a:bodyPr>
          <a:lstStyle>
            <a:lvl1pPr>
              <a:defRPr sz="3200">
                <a:solidFill>
                  <a:schemeClr val="bg1"/>
                </a:solidFill>
                <a:latin typeface="All Round Gothic Medium" panose="020B0603020202020104" pitchFamily="34" charset="77"/>
              </a:defRPr>
            </a:lvl1pPr>
          </a:lstStyle>
          <a:p>
            <a:r>
              <a:rPr lang="de-DE"/>
              <a:t>Headline</a:t>
            </a:r>
          </a:p>
        </p:txBody>
      </p:sp>
      <p:sp>
        <p:nvSpPr>
          <p:cNvPr id="6" name="Textplatzhalter 13">
            <a:extLst>
              <a:ext uri="{FF2B5EF4-FFF2-40B4-BE49-F238E27FC236}">
                <a16:creationId xmlns:a16="http://schemas.microsoft.com/office/drawing/2014/main" id="{81C023A8-0061-2E50-E443-A4A83581E3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4916" y="5574445"/>
            <a:ext cx="5900499" cy="4277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venir LT Std 35 Light" panose="020B0402020203020204" pitchFamily="34" charset="0"/>
              </a:defRPr>
            </a:lvl1pPr>
            <a:lvl2pPr>
              <a:defRPr sz="1400" b="0" i="0">
                <a:latin typeface="Avenir LT Std 35 Light" panose="020B0402020203020204" pitchFamily="34" charset="0"/>
              </a:defRPr>
            </a:lvl2pPr>
            <a:lvl3pPr>
              <a:defRPr sz="1400" b="0" i="0">
                <a:latin typeface="Avenir LT Std 35 Light" panose="020B0402020203020204" pitchFamily="34" charset="0"/>
              </a:defRPr>
            </a:lvl3pPr>
            <a:lvl4pPr>
              <a:defRPr sz="1400" b="0" i="0">
                <a:latin typeface="Avenir LT Std 35 Light" panose="020B0402020203020204" pitchFamily="34" charset="0"/>
              </a:defRPr>
            </a:lvl4pPr>
            <a:lvl5pPr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pic>
        <p:nvPicPr>
          <p:cNvPr id="5" name="Grafik 4" descr="Ein Bild, das Grafiken, Kreis, Schwarz, Schwarzweiß enthält.&#10;&#10;KI-generierte Inhalte können fehlerhaft sein.">
            <a:extLst>
              <a:ext uri="{FF2B5EF4-FFF2-40B4-BE49-F238E27FC236}">
                <a16:creationId xmlns:a16="http://schemas.microsoft.com/office/drawing/2014/main" id="{140F38F9-881C-8EAA-09AE-64449E215A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13230" y="117231"/>
            <a:ext cx="5568461" cy="5568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2151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Headline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C20CEDA3-C941-DDE6-C9E1-7231B9193234}"/>
              </a:ext>
            </a:extLst>
          </p:cNvPr>
          <p:cNvSpPr/>
          <p:nvPr userDrawn="1"/>
        </p:nvSpPr>
        <p:spPr>
          <a:xfrm>
            <a:off x="158261" y="117231"/>
            <a:ext cx="5679993" cy="6623538"/>
          </a:xfrm>
          <a:prstGeom prst="roundRect">
            <a:avLst>
              <a:gd name="adj" fmla="val 4101"/>
            </a:avLst>
          </a:prstGeom>
          <a:gradFill flip="none" rotWithShape="1">
            <a:gsLst>
              <a:gs pos="95000">
                <a:srgbClr val="FF4200"/>
              </a:gs>
              <a:gs pos="0">
                <a:srgbClr val="FF9D0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itel 9">
            <a:extLst>
              <a:ext uri="{FF2B5EF4-FFF2-40B4-BE49-F238E27FC236}">
                <a16:creationId xmlns:a16="http://schemas.microsoft.com/office/drawing/2014/main" id="{18380B9B-8E46-F3AC-5D3F-FD6F9E6580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15" y="4136118"/>
            <a:ext cx="4366685" cy="1325563"/>
          </a:xfrm>
          <a:prstGeom prst="rect">
            <a:avLst/>
          </a:prstGeom>
          <a:ln>
            <a:noFill/>
          </a:ln>
        </p:spPr>
        <p:txBody>
          <a:bodyPr anchor="b" anchorCtr="0">
            <a:noAutofit/>
          </a:bodyPr>
          <a:lstStyle>
            <a:lvl1pPr>
              <a:defRPr sz="3200">
                <a:solidFill>
                  <a:schemeClr val="bg1"/>
                </a:solidFill>
                <a:latin typeface="All Round Gothic Medium" panose="020B0603020202020104" pitchFamily="34" charset="77"/>
              </a:defRPr>
            </a:lvl1pPr>
          </a:lstStyle>
          <a:p>
            <a:r>
              <a:rPr lang="de-DE"/>
              <a:t>Headline</a:t>
            </a:r>
          </a:p>
        </p:txBody>
      </p:sp>
      <p:sp>
        <p:nvSpPr>
          <p:cNvPr id="6" name="Textplatzhalter 13">
            <a:extLst>
              <a:ext uri="{FF2B5EF4-FFF2-40B4-BE49-F238E27FC236}">
                <a16:creationId xmlns:a16="http://schemas.microsoft.com/office/drawing/2014/main" id="{81C023A8-0061-2E50-E443-A4A83581E3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4917" y="5574445"/>
            <a:ext cx="4366684" cy="4277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venir LT Std 35 Light" panose="020B0402020203020204" pitchFamily="34" charset="0"/>
              </a:defRPr>
            </a:lvl1pPr>
            <a:lvl2pPr>
              <a:defRPr sz="1400" b="0" i="0">
                <a:latin typeface="Avenir LT Std 35 Light" panose="020B0402020203020204" pitchFamily="34" charset="0"/>
              </a:defRPr>
            </a:lvl2pPr>
            <a:lvl3pPr>
              <a:defRPr sz="1400" b="0" i="0">
                <a:latin typeface="Avenir LT Std 35 Light" panose="020B0402020203020204" pitchFamily="34" charset="0"/>
              </a:defRPr>
            </a:lvl3pPr>
            <a:lvl4pPr>
              <a:defRPr sz="1400" b="0" i="0">
                <a:latin typeface="Avenir LT Std 35 Light" panose="020B0402020203020204" pitchFamily="34" charset="0"/>
              </a:defRPr>
            </a:lvl4pPr>
            <a:lvl5pPr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E7A1A0E-2238-32B9-49B4-A04784E9F6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943601" y="117231"/>
            <a:ext cx="6090138" cy="6623538"/>
          </a:xfrm>
          <a:prstGeom prst="roundRect">
            <a:avLst>
              <a:gd name="adj" fmla="val 4169"/>
            </a:avLst>
          </a:prstGeo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58505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Headline + Bild-Nachhaltigke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C20CEDA3-C941-DDE6-C9E1-7231B9193234}"/>
              </a:ext>
            </a:extLst>
          </p:cNvPr>
          <p:cNvSpPr/>
          <p:nvPr userDrawn="1"/>
        </p:nvSpPr>
        <p:spPr>
          <a:xfrm>
            <a:off x="158261" y="117231"/>
            <a:ext cx="5679993" cy="6623538"/>
          </a:xfrm>
          <a:prstGeom prst="roundRect">
            <a:avLst>
              <a:gd name="adj" fmla="val 4101"/>
            </a:avLst>
          </a:prstGeom>
          <a:gradFill flip="none" rotWithShape="1">
            <a:gsLst>
              <a:gs pos="95000">
                <a:srgbClr val="D2DB2F"/>
              </a:gs>
              <a:gs pos="0">
                <a:srgbClr val="6CB74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itel 9">
            <a:extLst>
              <a:ext uri="{FF2B5EF4-FFF2-40B4-BE49-F238E27FC236}">
                <a16:creationId xmlns:a16="http://schemas.microsoft.com/office/drawing/2014/main" id="{18380B9B-8E46-F3AC-5D3F-FD6F9E6580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15" y="4136118"/>
            <a:ext cx="4366685" cy="1325563"/>
          </a:xfrm>
          <a:prstGeom prst="rect">
            <a:avLst/>
          </a:prstGeom>
          <a:ln>
            <a:noFill/>
          </a:ln>
        </p:spPr>
        <p:txBody>
          <a:bodyPr anchor="b" anchorCtr="0">
            <a:noAutofit/>
          </a:bodyPr>
          <a:lstStyle>
            <a:lvl1pPr>
              <a:defRPr sz="3200">
                <a:solidFill>
                  <a:schemeClr val="bg1"/>
                </a:solidFill>
                <a:latin typeface="All Round Gothic Medium" panose="020B0603020202020104" pitchFamily="34" charset="77"/>
              </a:defRPr>
            </a:lvl1pPr>
          </a:lstStyle>
          <a:p>
            <a:r>
              <a:rPr lang="de-DE"/>
              <a:t>Headline</a:t>
            </a:r>
          </a:p>
        </p:txBody>
      </p:sp>
      <p:sp>
        <p:nvSpPr>
          <p:cNvPr id="6" name="Textplatzhalter 13">
            <a:extLst>
              <a:ext uri="{FF2B5EF4-FFF2-40B4-BE49-F238E27FC236}">
                <a16:creationId xmlns:a16="http://schemas.microsoft.com/office/drawing/2014/main" id="{81C023A8-0061-2E50-E443-A4A83581E3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4917" y="5574445"/>
            <a:ext cx="4366684" cy="4277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venir LT Std 35 Light" panose="020B0402020203020204" pitchFamily="34" charset="0"/>
              </a:defRPr>
            </a:lvl1pPr>
            <a:lvl2pPr>
              <a:defRPr sz="1400" b="0" i="0">
                <a:latin typeface="Avenir LT Std 35 Light" panose="020B0402020203020204" pitchFamily="34" charset="0"/>
              </a:defRPr>
            </a:lvl2pPr>
            <a:lvl3pPr>
              <a:defRPr sz="1400" b="0" i="0">
                <a:latin typeface="Avenir LT Std 35 Light" panose="020B0402020203020204" pitchFamily="34" charset="0"/>
              </a:defRPr>
            </a:lvl3pPr>
            <a:lvl4pPr>
              <a:defRPr sz="1400" b="0" i="0">
                <a:latin typeface="Avenir LT Std 35 Light" panose="020B0402020203020204" pitchFamily="34" charset="0"/>
              </a:defRPr>
            </a:lvl4pPr>
            <a:lvl5pPr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E7A1A0E-2238-32B9-49B4-A04784E9F6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943601" y="117231"/>
            <a:ext cx="6090138" cy="6623538"/>
          </a:xfrm>
          <a:prstGeom prst="roundRect">
            <a:avLst>
              <a:gd name="adj" fmla="val 4169"/>
            </a:avLst>
          </a:prstGeo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48360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-Auflistung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C20CEDA3-C941-DDE6-C9E1-7231B9193234}"/>
              </a:ext>
            </a:extLst>
          </p:cNvPr>
          <p:cNvSpPr/>
          <p:nvPr userDrawn="1"/>
        </p:nvSpPr>
        <p:spPr>
          <a:xfrm>
            <a:off x="158261" y="117231"/>
            <a:ext cx="5679993" cy="6623538"/>
          </a:xfrm>
          <a:prstGeom prst="roundRect">
            <a:avLst>
              <a:gd name="adj" fmla="val 4101"/>
            </a:avLst>
          </a:prstGeom>
          <a:solidFill>
            <a:srgbClr val="DADA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E7A1A0E-2238-32B9-49B4-A04784E9F6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943601" y="117231"/>
            <a:ext cx="6090138" cy="6623538"/>
          </a:xfrm>
          <a:prstGeom prst="roundRect">
            <a:avLst>
              <a:gd name="adj" fmla="val 4169"/>
            </a:avLst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Textplatzhalter 13">
            <a:extLst>
              <a:ext uri="{FF2B5EF4-FFF2-40B4-BE49-F238E27FC236}">
                <a16:creationId xmlns:a16="http://schemas.microsoft.com/office/drawing/2014/main" id="{192CB3E5-7A95-C11C-F7E3-7F3645DE92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2452" y="1873946"/>
            <a:ext cx="4442099" cy="365034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buClr>
                <a:srgbClr val="FF4200"/>
              </a:buClr>
              <a:buFont typeface="Wingdings" pitchFamily="2" charset="2"/>
              <a:buChar char="ü"/>
              <a:defRPr sz="1200" b="0" i="0">
                <a:solidFill>
                  <a:schemeClr val="tx1"/>
                </a:solidFill>
                <a:latin typeface="Avenir LT Std 35 Light" panose="020B0402020203020204" pitchFamily="34" charset="0"/>
              </a:defRPr>
            </a:lvl1pPr>
            <a:lvl2pPr marL="6858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2pPr>
            <a:lvl3pPr marL="11430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/>
              <a:t>Auflistung</a:t>
            </a:r>
          </a:p>
        </p:txBody>
      </p:sp>
      <p:sp>
        <p:nvSpPr>
          <p:cNvPr id="5" name="Titel 9">
            <a:extLst>
              <a:ext uri="{FF2B5EF4-FFF2-40B4-BE49-F238E27FC236}">
                <a16:creationId xmlns:a16="http://schemas.microsoft.com/office/drawing/2014/main" id="{6F8BED53-7DBC-3817-6EF3-9022CA6765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2451" y="335379"/>
            <a:ext cx="4403647" cy="132556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3200">
                <a:solidFill>
                  <a:schemeClr val="tx1"/>
                </a:solidFill>
                <a:latin typeface="All Round Gothic Medium" panose="020B0603020202020104" pitchFamily="34" charset="77"/>
              </a:defRPr>
            </a:lvl1pPr>
          </a:lstStyle>
          <a:p>
            <a:r>
              <a:rPr lang="de-DE" dirty="0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4240661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-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C20CEDA3-C941-DDE6-C9E1-7231B9193234}"/>
              </a:ext>
            </a:extLst>
          </p:cNvPr>
          <p:cNvSpPr/>
          <p:nvPr userDrawn="1"/>
        </p:nvSpPr>
        <p:spPr>
          <a:xfrm>
            <a:off x="158261" y="117231"/>
            <a:ext cx="5679993" cy="6623538"/>
          </a:xfrm>
          <a:prstGeom prst="roundRect">
            <a:avLst>
              <a:gd name="adj" fmla="val 4101"/>
            </a:avLst>
          </a:prstGeom>
          <a:solidFill>
            <a:srgbClr val="DADA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E7A1A0E-2238-32B9-49B4-A04784E9F6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943601" y="117231"/>
            <a:ext cx="6090138" cy="6623538"/>
          </a:xfrm>
          <a:prstGeom prst="roundRect">
            <a:avLst>
              <a:gd name="adj" fmla="val 4169"/>
            </a:avLst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Textplatzhalter 13">
            <a:extLst>
              <a:ext uri="{FF2B5EF4-FFF2-40B4-BE49-F238E27FC236}">
                <a16:creationId xmlns:a16="http://schemas.microsoft.com/office/drawing/2014/main" id="{192CB3E5-7A95-C11C-F7E3-7F3645DE92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2452" y="1873946"/>
            <a:ext cx="4442099" cy="365034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Clr>
                <a:srgbClr val="FF4200"/>
              </a:buClr>
              <a:buFont typeface="Wingdings" pitchFamily="2" charset="2"/>
              <a:buNone/>
              <a:defRPr sz="1200" b="0" i="0">
                <a:solidFill>
                  <a:schemeClr val="tx1"/>
                </a:solidFill>
                <a:latin typeface="Avenir LT Std 35 Light" panose="020B0402020203020204" pitchFamily="34" charset="0"/>
              </a:defRPr>
            </a:lvl1pPr>
            <a:lvl2pPr marL="6858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2pPr>
            <a:lvl3pPr marL="11430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5" name="Titel 9">
            <a:extLst>
              <a:ext uri="{FF2B5EF4-FFF2-40B4-BE49-F238E27FC236}">
                <a16:creationId xmlns:a16="http://schemas.microsoft.com/office/drawing/2014/main" id="{6F8BED53-7DBC-3817-6EF3-9022CA6765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2451" y="335379"/>
            <a:ext cx="4403647" cy="132556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3200">
                <a:solidFill>
                  <a:schemeClr val="tx1"/>
                </a:solidFill>
                <a:latin typeface="All Round Gothic Medium" panose="020B0603020202020104" pitchFamily="34" charset="77"/>
              </a:defRPr>
            </a:lvl1pPr>
          </a:lstStyle>
          <a:p>
            <a:r>
              <a:rPr lang="de-DE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604829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-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F8CA5254-2BD6-F341-0B11-3E704572948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142998" y="2918272"/>
            <a:ext cx="1639799" cy="1639798"/>
          </a:xfrm>
          <a:prstGeom prst="ellipse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Bildplatzhalter 3">
            <a:extLst>
              <a:ext uri="{FF2B5EF4-FFF2-40B4-BE49-F238E27FC236}">
                <a16:creationId xmlns:a16="http://schemas.microsoft.com/office/drawing/2014/main" id="{0E25EF83-6341-CD42-1ED3-E3EEEBA61D2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851029" y="2918272"/>
            <a:ext cx="1639799" cy="1639798"/>
          </a:xfrm>
          <a:prstGeom prst="ellipse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17" name="Textplatzhalter 13">
            <a:extLst>
              <a:ext uri="{FF2B5EF4-FFF2-40B4-BE49-F238E27FC236}">
                <a16:creationId xmlns:a16="http://schemas.microsoft.com/office/drawing/2014/main" id="{20BE5B87-DAFE-DBCB-D4E3-3F2F0E99F0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3015" y="4968600"/>
            <a:ext cx="1934308" cy="370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Clr>
                <a:srgbClr val="FF4200"/>
              </a:buClr>
              <a:buFont typeface="Wingdings" pitchFamily="2" charset="2"/>
              <a:buNone/>
              <a:defRPr sz="1400" b="0" i="0">
                <a:solidFill>
                  <a:srgbClr val="FF4200"/>
                </a:solidFill>
                <a:latin typeface="Avenir LT Std 35 Light" panose="020B0402020203020204" pitchFamily="34" charset="0"/>
              </a:defRPr>
            </a:lvl1pPr>
            <a:lvl2pPr marL="6858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2pPr>
            <a:lvl3pPr marL="11430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/>
              <a:t>Headline</a:t>
            </a:r>
          </a:p>
        </p:txBody>
      </p:sp>
      <p:sp>
        <p:nvSpPr>
          <p:cNvPr id="18" name="Textplatzhalter 13">
            <a:extLst>
              <a:ext uri="{FF2B5EF4-FFF2-40B4-BE49-F238E27FC236}">
                <a16:creationId xmlns:a16="http://schemas.microsoft.com/office/drawing/2014/main" id="{2BFF2C77-F948-902B-588A-6023D960CA8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73015" y="5460969"/>
            <a:ext cx="1934308" cy="370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Clr>
                <a:srgbClr val="FF4200"/>
              </a:buClr>
              <a:buFont typeface="Wingdings" pitchFamily="2" charset="2"/>
              <a:buNone/>
              <a:defRPr sz="1000" b="0" i="0">
                <a:latin typeface="Avenir LT Std 35 Light" panose="020B0402020203020204" pitchFamily="34" charset="0"/>
              </a:defRPr>
            </a:lvl1pPr>
            <a:lvl2pPr marL="6858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2pPr>
            <a:lvl3pPr marL="11430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/>
              <a:t>Beschreibung</a:t>
            </a: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0AD8898B-60B1-81D5-82A2-9B09403AAD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2923" y="-10450"/>
            <a:ext cx="4630615" cy="2322139"/>
          </a:xfrm>
          <a:prstGeom prst="rect">
            <a:avLst/>
          </a:prstGeom>
        </p:spPr>
      </p:pic>
      <p:sp>
        <p:nvSpPr>
          <p:cNvPr id="20" name="Textplatzhalter 13">
            <a:extLst>
              <a:ext uri="{FF2B5EF4-FFF2-40B4-BE49-F238E27FC236}">
                <a16:creationId xmlns:a16="http://schemas.microsoft.com/office/drawing/2014/main" id="{E1CE7AC9-5A3F-1411-8204-82748AA933B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81046" y="4968600"/>
            <a:ext cx="1934308" cy="370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Clr>
                <a:srgbClr val="FF4200"/>
              </a:buClr>
              <a:buFont typeface="Wingdings" pitchFamily="2" charset="2"/>
              <a:buNone/>
              <a:defRPr sz="1400" b="0" i="0">
                <a:solidFill>
                  <a:srgbClr val="FF4200"/>
                </a:solidFill>
                <a:latin typeface="Avenir LT Std 35 Light" panose="020B0402020203020204" pitchFamily="34" charset="0"/>
              </a:defRPr>
            </a:lvl1pPr>
            <a:lvl2pPr marL="6858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2pPr>
            <a:lvl3pPr marL="11430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/>
              <a:t>Headline</a:t>
            </a:r>
          </a:p>
        </p:txBody>
      </p:sp>
      <p:sp>
        <p:nvSpPr>
          <p:cNvPr id="21" name="Textplatzhalter 13">
            <a:extLst>
              <a:ext uri="{FF2B5EF4-FFF2-40B4-BE49-F238E27FC236}">
                <a16:creationId xmlns:a16="http://schemas.microsoft.com/office/drawing/2014/main" id="{0CF41BE4-5A10-19D3-6CD2-3CF6F8A190B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81046" y="5460969"/>
            <a:ext cx="1934308" cy="370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Clr>
                <a:srgbClr val="FF4200"/>
              </a:buClr>
              <a:buFont typeface="Wingdings" pitchFamily="2" charset="2"/>
              <a:buNone/>
              <a:defRPr sz="1000" b="0" i="0">
                <a:latin typeface="Avenir LT Std 35 Light" panose="020B0402020203020204" pitchFamily="34" charset="0"/>
              </a:defRPr>
            </a:lvl1pPr>
            <a:lvl2pPr marL="6858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2pPr>
            <a:lvl3pPr marL="11430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/>
              <a:t>Beschreibung</a:t>
            </a:r>
          </a:p>
        </p:txBody>
      </p:sp>
      <p:sp>
        <p:nvSpPr>
          <p:cNvPr id="2" name="Textplatzhalter 13">
            <a:extLst>
              <a:ext uri="{FF2B5EF4-FFF2-40B4-BE49-F238E27FC236}">
                <a16:creationId xmlns:a16="http://schemas.microsoft.com/office/drawing/2014/main" id="{034BFE4E-B751-6F64-A193-6DF9FC4796E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73014" y="6199523"/>
            <a:ext cx="10484137" cy="370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Clr>
                <a:srgbClr val="FF4200"/>
              </a:buClr>
              <a:buFont typeface="Wingdings" pitchFamily="2" charset="2"/>
              <a:buNone/>
              <a:defRPr sz="1200" b="0" i="0">
                <a:latin typeface="Avenir LT Std 35 Light" panose="020B0402020203020204" pitchFamily="34" charset="0"/>
              </a:defRPr>
            </a:lvl1pPr>
            <a:lvl2pPr marL="6858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2pPr>
            <a:lvl3pPr marL="11430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3" name="Titel 9">
            <a:extLst>
              <a:ext uri="{FF2B5EF4-FFF2-40B4-BE49-F238E27FC236}">
                <a16:creationId xmlns:a16="http://schemas.microsoft.com/office/drawing/2014/main" id="{B272D2D0-BA27-F5DF-5DF3-A2B8B63C6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2451" y="746026"/>
            <a:ext cx="4736126" cy="132556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3200">
                <a:latin typeface="All Round Gothic Medium" panose="020B0603020202020104" pitchFamily="34" charset="77"/>
              </a:defRPr>
            </a:lvl1pPr>
          </a:lstStyle>
          <a:p>
            <a:r>
              <a:rPr lang="de-DE"/>
              <a:t>Headline</a:t>
            </a:r>
          </a:p>
        </p:txBody>
      </p:sp>
      <p:sp>
        <p:nvSpPr>
          <p:cNvPr id="5" name="Textplatzhalter 3">
            <a:extLst>
              <a:ext uri="{FF2B5EF4-FFF2-40B4-BE49-F238E27FC236}">
                <a16:creationId xmlns:a16="http://schemas.microsoft.com/office/drawing/2014/main" id="{242F0616-2C46-83CB-519B-150A99F3A6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2450" y="99216"/>
            <a:ext cx="5370441" cy="1477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Avenir LT Std 35 Light" panose="020B0402020203020204" pitchFamily="34" charset="0"/>
              </a:defRPr>
            </a:lvl1pPr>
          </a:lstStyle>
          <a:p>
            <a:pPr lvl="0"/>
            <a:r>
              <a:rPr lang="de-DE"/>
              <a:t>Info</a:t>
            </a:r>
          </a:p>
        </p:txBody>
      </p:sp>
    </p:spTree>
    <p:extLst>
      <p:ext uri="{BB962C8B-B14F-4D97-AF65-F5344CB8AC3E}">
        <p14:creationId xmlns:p14="http://schemas.microsoft.com/office/powerpoint/2010/main" val="282824288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-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F8CA5254-2BD6-F341-0B11-3E704572948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142998" y="2918272"/>
            <a:ext cx="1639799" cy="1639798"/>
          </a:xfrm>
          <a:prstGeom prst="ellipse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Bildplatzhalter 3">
            <a:extLst>
              <a:ext uri="{FF2B5EF4-FFF2-40B4-BE49-F238E27FC236}">
                <a16:creationId xmlns:a16="http://schemas.microsoft.com/office/drawing/2014/main" id="{0E25EF83-6341-CD42-1ED3-E3EEEBA61D2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851029" y="2918272"/>
            <a:ext cx="1639799" cy="1639798"/>
          </a:xfrm>
          <a:prstGeom prst="ellipse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8" name="Bildplatzhalter 3">
            <a:extLst>
              <a:ext uri="{FF2B5EF4-FFF2-40B4-BE49-F238E27FC236}">
                <a16:creationId xmlns:a16="http://schemas.microsoft.com/office/drawing/2014/main" id="{6D9B92F2-C0C4-789A-A3A0-B091F396E3C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547336" y="2918272"/>
            <a:ext cx="1639799" cy="1639798"/>
          </a:xfrm>
          <a:prstGeom prst="ellipse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17" name="Textplatzhalter 13">
            <a:extLst>
              <a:ext uri="{FF2B5EF4-FFF2-40B4-BE49-F238E27FC236}">
                <a16:creationId xmlns:a16="http://schemas.microsoft.com/office/drawing/2014/main" id="{20BE5B87-DAFE-DBCB-D4E3-3F2F0E99F0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3015" y="4968600"/>
            <a:ext cx="1934308" cy="370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Clr>
                <a:srgbClr val="FF4200"/>
              </a:buClr>
              <a:buFont typeface="Wingdings" pitchFamily="2" charset="2"/>
              <a:buNone/>
              <a:defRPr sz="1400" b="0" i="0">
                <a:solidFill>
                  <a:srgbClr val="FF4200"/>
                </a:solidFill>
                <a:latin typeface="Avenir LT Std 35 Light" panose="020B0402020203020204" pitchFamily="34" charset="0"/>
              </a:defRPr>
            </a:lvl1pPr>
            <a:lvl2pPr marL="6858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2pPr>
            <a:lvl3pPr marL="11430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/>
              <a:t>Headline</a:t>
            </a:r>
          </a:p>
        </p:txBody>
      </p:sp>
      <p:sp>
        <p:nvSpPr>
          <p:cNvPr id="18" name="Textplatzhalter 13">
            <a:extLst>
              <a:ext uri="{FF2B5EF4-FFF2-40B4-BE49-F238E27FC236}">
                <a16:creationId xmlns:a16="http://schemas.microsoft.com/office/drawing/2014/main" id="{2BFF2C77-F948-902B-588A-6023D960CA8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73015" y="5460969"/>
            <a:ext cx="1934308" cy="370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Clr>
                <a:srgbClr val="FF4200"/>
              </a:buClr>
              <a:buFont typeface="Wingdings" pitchFamily="2" charset="2"/>
              <a:buNone/>
              <a:defRPr sz="1000" b="0" i="0">
                <a:latin typeface="Avenir LT Std 35 Light" panose="020B0402020203020204" pitchFamily="34" charset="0"/>
              </a:defRPr>
            </a:lvl1pPr>
            <a:lvl2pPr marL="6858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2pPr>
            <a:lvl3pPr marL="11430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/>
              <a:t>Beschreibung</a:t>
            </a: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0AD8898B-60B1-81D5-82A2-9B09403AAD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2923" y="-10450"/>
            <a:ext cx="4630615" cy="2322139"/>
          </a:xfrm>
          <a:prstGeom prst="rect">
            <a:avLst/>
          </a:prstGeom>
        </p:spPr>
      </p:pic>
      <p:sp>
        <p:nvSpPr>
          <p:cNvPr id="20" name="Textplatzhalter 13">
            <a:extLst>
              <a:ext uri="{FF2B5EF4-FFF2-40B4-BE49-F238E27FC236}">
                <a16:creationId xmlns:a16="http://schemas.microsoft.com/office/drawing/2014/main" id="{E1CE7AC9-5A3F-1411-8204-82748AA933B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81046" y="4968600"/>
            <a:ext cx="1934308" cy="370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Clr>
                <a:srgbClr val="FF4200"/>
              </a:buClr>
              <a:buFont typeface="Wingdings" pitchFamily="2" charset="2"/>
              <a:buNone/>
              <a:defRPr sz="1400" b="0" i="0">
                <a:solidFill>
                  <a:srgbClr val="FF4200"/>
                </a:solidFill>
                <a:latin typeface="Avenir LT Std 35 Light" panose="020B0402020203020204" pitchFamily="34" charset="0"/>
              </a:defRPr>
            </a:lvl1pPr>
            <a:lvl2pPr marL="6858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2pPr>
            <a:lvl3pPr marL="11430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/>
              <a:t>Headline</a:t>
            </a:r>
          </a:p>
        </p:txBody>
      </p:sp>
      <p:sp>
        <p:nvSpPr>
          <p:cNvPr id="21" name="Textplatzhalter 13">
            <a:extLst>
              <a:ext uri="{FF2B5EF4-FFF2-40B4-BE49-F238E27FC236}">
                <a16:creationId xmlns:a16="http://schemas.microsoft.com/office/drawing/2014/main" id="{0CF41BE4-5A10-19D3-6CD2-3CF6F8A190B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81046" y="5460969"/>
            <a:ext cx="1934308" cy="370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Clr>
                <a:srgbClr val="FF4200"/>
              </a:buClr>
              <a:buFont typeface="Wingdings" pitchFamily="2" charset="2"/>
              <a:buNone/>
              <a:defRPr sz="1000" b="0" i="0">
                <a:latin typeface="Avenir LT Std 35 Light" panose="020B0402020203020204" pitchFamily="34" charset="0"/>
              </a:defRPr>
            </a:lvl1pPr>
            <a:lvl2pPr marL="6858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2pPr>
            <a:lvl3pPr marL="11430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/>
              <a:t>Beschreibung</a:t>
            </a:r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03BF3569-34AA-7368-0348-583BE6DBA4D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89077" y="4968600"/>
            <a:ext cx="1934308" cy="370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Clr>
                <a:srgbClr val="FF4200"/>
              </a:buClr>
              <a:buFont typeface="Wingdings" pitchFamily="2" charset="2"/>
              <a:buNone/>
              <a:defRPr sz="1400" b="0" i="0">
                <a:solidFill>
                  <a:srgbClr val="FF4200"/>
                </a:solidFill>
                <a:latin typeface="Avenir LT Std 35 Light" panose="020B0402020203020204" pitchFamily="34" charset="0"/>
              </a:defRPr>
            </a:lvl1pPr>
            <a:lvl2pPr marL="6858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2pPr>
            <a:lvl3pPr marL="11430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/>
              <a:t>Headline</a:t>
            </a:r>
          </a:p>
        </p:txBody>
      </p:sp>
      <p:sp>
        <p:nvSpPr>
          <p:cNvPr id="23" name="Textplatzhalter 13">
            <a:extLst>
              <a:ext uri="{FF2B5EF4-FFF2-40B4-BE49-F238E27FC236}">
                <a16:creationId xmlns:a16="http://schemas.microsoft.com/office/drawing/2014/main" id="{E0D4DEE9-22DD-A7B5-2E58-4A614E2705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89077" y="5460969"/>
            <a:ext cx="1934308" cy="370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Clr>
                <a:srgbClr val="FF4200"/>
              </a:buClr>
              <a:buFont typeface="Wingdings" pitchFamily="2" charset="2"/>
              <a:buNone/>
              <a:defRPr sz="1000" b="0" i="0">
                <a:latin typeface="Avenir LT Std 35 Light" panose="020B0402020203020204" pitchFamily="34" charset="0"/>
              </a:defRPr>
            </a:lvl1pPr>
            <a:lvl2pPr marL="6858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2pPr>
            <a:lvl3pPr marL="11430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/>
              <a:t>Beschreibung</a:t>
            </a:r>
          </a:p>
        </p:txBody>
      </p:sp>
      <p:sp>
        <p:nvSpPr>
          <p:cNvPr id="2" name="Textplatzhalter 13">
            <a:extLst>
              <a:ext uri="{FF2B5EF4-FFF2-40B4-BE49-F238E27FC236}">
                <a16:creationId xmlns:a16="http://schemas.microsoft.com/office/drawing/2014/main" id="{3E3B733D-706D-F3F0-CEE6-03560C4A72F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73014" y="6199523"/>
            <a:ext cx="10484137" cy="370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Clr>
                <a:srgbClr val="FF4200"/>
              </a:buClr>
              <a:buFont typeface="Wingdings" pitchFamily="2" charset="2"/>
              <a:buNone/>
              <a:defRPr sz="1200" b="0" i="0">
                <a:latin typeface="Avenir LT Std 35 Light" panose="020B0402020203020204" pitchFamily="34" charset="0"/>
              </a:defRPr>
            </a:lvl1pPr>
            <a:lvl2pPr marL="6858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2pPr>
            <a:lvl3pPr marL="11430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5" name="Titel 9">
            <a:extLst>
              <a:ext uri="{FF2B5EF4-FFF2-40B4-BE49-F238E27FC236}">
                <a16:creationId xmlns:a16="http://schemas.microsoft.com/office/drawing/2014/main" id="{6AF6B560-7249-408B-F1F7-DC11C2FB67F3}"/>
              </a:ext>
            </a:extLst>
          </p:cNvPr>
          <p:cNvSpPr txBox="1">
            <a:spLocks/>
          </p:cNvSpPr>
          <p:nvPr userDrawn="1"/>
        </p:nvSpPr>
        <p:spPr>
          <a:xfrm>
            <a:off x="772451" y="746026"/>
            <a:ext cx="4736126" cy="132556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All Round Gothic Medium" panose="020B0603020202020104" pitchFamily="34" charset="77"/>
                <a:ea typeface="+mj-ea"/>
                <a:cs typeface="+mj-cs"/>
              </a:defRPr>
            </a:lvl1pPr>
          </a:lstStyle>
          <a:p>
            <a:r>
              <a:rPr lang="de-DE"/>
              <a:t>Headline</a:t>
            </a:r>
          </a:p>
        </p:txBody>
      </p:sp>
      <p:sp>
        <p:nvSpPr>
          <p:cNvPr id="3" name="Textplatzhalter 3">
            <a:extLst>
              <a:ext uri="{FF2B5EF4-FFF2-40B4-BE49-F238E27FC236}">
                <a16:creationId xmlns:a16="http://schemas.microsoft.com/office/drawing/2014/main" id="{19633C3D-09BF-F41D-48A7-9843741D4B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2450" y="99216"/>
            <a:ext cx="5370441" cy="1477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Avenir LT Std 35 Light" panose="020B0402020203020204" pitchFamily="34" charset="0"/>
              </a:defRPr>
            </a:lvl1pPr>
          </a:lstStyle>
          <a:p>
            <a:pPr lvl="0"/>
            <a:r>
              <a:rPr lang="de-DE"/>
              <a:t>Info</a:t>
            </a:r>
          </a:p>
        </p:txBody>
      </p:sp>
    </p:spTree>
    <p:extLst>
      <p:ext uri="{BB962C8B-B14F-4D97-AF65-F5344CB8AC3E}">
        <p14:creationId xmlns:p14="http://schemas.microsoft.com/office/powerpoint/2010/main" val="94351262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- 4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F8CA5254-2BD6-F341-0B11-3E704572948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142998" y="2918272"/>
            <a:ext cx="1639799" cy="1639798"/>
          </a:xfrm>
          <a:prstGeom prst="ellipse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Bildplatzhalter 3">
            <a:extLst>
              <a:ext uri="{FF2B5EF4-FFF2-40B4-BE49-F238E27FC236}">
                <a16:creationId xmlns:a16="http://schemas.microsoft.com/office/drawing/2014/main" id="{0E25EF83-6341-CD42-1ED3-E3EEEBA61D2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851029" y="2918272"/>
            <a:ext cx="1639799" cy="1639798"/>
          </a:xfrm>
          <a:prstGeom prst="ellipse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8" name="Bildplatzhalter 3">
            <a:extLst>
              <a:ext uri="{FF2B5EF4-FFF2-40B4-BE49-F238E27FC236}">
                <a16:creationId xmlns:a16="http://schemas.microsoft.com/office/drawing/2014/main" id="{6D9B92F2-C0C4-789A-A3A0-B091F396E3C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547336" y="2918272"/>
            <a:ext cx="1639799" cy="1639798"/>
          </a:xfrm>
          <a:prstGeom prst="ellipse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12" name="Bildplatzhalter 3">
            <a:extLst>
              <a:ext uri="{FF2B5EF4-FFF2-40B4-BE49-F238E27FC236}">
                <a16:creationId xmlns:a16="http://schemas.microsoft.com/office/drawing/2014/main" id="{7E9BCCCD-1C4C-0012-A22B-FC0E4BEB88C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255367" y="2918272"/>
            <a:ext cx="1639799" cy="1639798"/>
          </a:xfrm>
          <a:prstGeom prst="ellipse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17" name="Textplatzhalter 13">
            <a:extLst>
              <a:ext uri="{FF2B5EF4-FFF2-40B4-BE49-F238E27FC236}">
                <a16:creationId xmlns:a16="http://schemas.microsoft.com/office/drawing/2014/main" id="{20BE5B87-DAFE-DBCB-D4E3-3F2F0E99F0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3015" y="4968600"/>
            <a:ext cx="1934308" cy="370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Clr>
                <a:srgbClr val="FF4200"/>
              </a:buClr>
              <a:buFont typeface="Wingdings" pitchFamily="2" charset="2"/>
              <a:buNone/>
              <a:defRPr sz="1400" b="0" i="0">
                <a:solidFill>
                  <a:srgbClr val="FF4200"/>
                </a:solidFill>
                <a:latin typeface="Avenir LT Std 35 Light" panose="020B0402020203020204" pitchFamily="34" charset="0"/>
              </a:defRPr>
            </a:lvl1pPr>
            <a:lvl2pPr marL="6858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2pPr>
            <a:lvl3pPr marL="11430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/>
              <a:t>Headline</a:t>
            </a:r>
          </a:p>
        </p:txBody>
      </p:sp>
      <p:sp>
        <p:nvSpPr>
          <p:cNvPr id="18" name="Textplatzhalter 13">
            <a:extLst>
              <a:ext uri="{FF2B5EF4-FFF2-40B4-BE49-F238E27FC236}">
                <a16:creationId xmlns:a16="http://schemas.microsoft.com/office/drawing/2014/main" id="{2BFF2C77-F948-902B-588A-6023D960CA8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73015" y="5460969"/>
            <a:ext cx="1934308" cy="370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Clr>
                <a:srgbClr val="FF4200"/>
              </a:buClr>
              <a:buFont typeface="Wingdings" pitchFamily="2" charset="2"/>
              <a:buNone/>
              <a:defRPr sz="1000" b="0" i="0">
                <a:latin typeface="Avenir LT Std 35 Light" panose="020B0402020203020204" pitchFamily="34" charset="0"/>
              </a:defRPr>
            </a:lvl1pPr>
            <a:lvl2pPr marL="6858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2pPr>
            <a:lvl3pPr marL="11430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/>
              <a:t>Beschreibung</a:t>
            </a: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0AD8898B-60B1-81D5-82A2-9B09403AAD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2923" y="-10450"/>
            <a:ext cx="4630615" cy="2322139"/>
          </a:xfrm>
          <a:prstGeom prst="rect">
            <a:avLst/>
          </a:prstGeom>
        </p:spPr>
      </p:pic>
      <p:sp>
        <p:nvSpPr>
          <p:cNvPr id="20" name="Textplatzhalter 13">
            <a:extLst>
              <a:ext uri="{FF2B5EF4-FFF2-40B4-BE49-F238E27FC236}">
                <a16:creationId xmlns:a16="http://schemas.microsoft.com/office/drawing/2014/main" id="{E1CE7AC9-5A3F-1411-8204-82748AA933B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81046" y="4968600"/>
            <a:ext cx="1934308" cy="370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Clr>
                <a:srgbClr val="FF4200"/>
              </a:buClr>
              <a:buFont typeface="Wingdings" pitchFamily="2" charset="2"/>
              <a:buNone/>
              <a:defRPr sz="1400" b="0" i="0">
                <a:solidFill>
                  <a:srgbClr val="FF4200"/>
                </a:solidFill>
                <a:latin typeface="Avenir LT Std 35 Light" panose="020B0402020203020204" pitchFamily="34" charset="0"/>
              </a:defRPr>
            </a:lvl1pPr>
            <a:lvl2pPr marL="6858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2pPr>
            <a:lvl3pPr marL="11430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/>
              <a:t>Headline</a:t>
            </a:r>
          </a:p>
        </p:txBody>
      </p:sp>
      <p:sp>
        <p:nvSpPr>
          <p:cNvPr id="21" name="Textplatzhalter 13">
            <a:extLst>
              <a:ext uri="{FF2B5EF4-FFF2-40B4-BE49-F238E27FC236}">
                <a16:creationId xmlns:a16="http://schemas.microsoft.com/office/drawing/2014/main" id="{0CF41BE4-5A10-19D3-6CD2-3CF6F8A190B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81046" y="5460969"/>
            <a:ext cx="1934308" cy="370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Clr>
                <a:srgbClr val="FF4200"/>
              </a:buClr>
              <a:buFont typeface="Wingdings" pitchFamily="2" charset="2"/>
              <a:buNone/>
              <a:defRPr sz="1000" b="0" i="0">
                <a:latin typeface="Avenir LT Std 35 Light" panose="020B0402020203020204" pitchFamily="34" charset="0"/>
              </a:defRPr>
            </a:lvl1pPr>
            <a:lvl2pPr marL="6858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2pPr>
            <a:lvl3pPr marL="11430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/>
              <a:t>Beschreibung</a:t>
            </a:r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03BF3569-34AA-7368-0348-583BE6DBA4D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89077" y="4968600"/>
            <a:ext cx="1934308" cy="370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Clr>
                <a:srgbClr val="FF4200"/>
              </a:buClr>
              <a:buFont typeface="Wingdings" pitchFamily="2" charset="2"/>
              <a:buNone/>
              <a:defRPr sz="1400" b="0" i="0">
                <a:solidFill>
                  <a:srgbClr val="FF4200"/>
                </a:solidFill>
                <a:latin typeface="Avenir LT Std 35 Light" panose="020B0402020203020204" pitchFamily="34" charset="0"/>
              </a:defRPr>
            </a:lvl1pPr>
            <a:lvl2pPr marL="6858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2pPr>
            <a:lvl3pPr marL="11430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/>
              <a:t>Headline</a:t>
            </a:r>
          </a:p>
        </p:txBody>
      </p:sp>
      <p:sp>
        <p:nvSpPr>
          <p:cNvPr id="23" name="Textplatzhalter 13">
            <a:extLst>
              <a:ext uri="{FF2B5EF4-FFF2-40B4-BE49-F238E27FC236}">
                <a16:creationId xmlns:a16="http://schemas.microsoft.com/office/drawing/2014/main" id="{E0D4DEE9-22DD-A7B5-2E58-4A614E2705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89077" y="5460969"/>
            <a:ext cx="1934308" cy="370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Clr>
                <a:srgbClr val="FF4200"/>
              </a:buClr>
              <a:buFont typeface="Wingdings" pitchFamily="2" charset="2"/>
              <a:buNone/>
              <a:defRPr sz="1000" b="0" i="0">
                <a:latin typeface="Avenir LT Std 35 Light" panose="020B0402020203020204" pitchFamily="34" charset="0"/>
              </a:defRPr>
            </a:lvl1pPr>
            <a:lvl2pPr marL="6858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2pPr>
            <a:lvl3pPr marL="11430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/>
              <a:t>Beschreibung</a:t>
            </a:r>
          </a:p>
        </p:txBody>
      </p:sp>
      <p:sp>
        <p:nvSpPr>
          <p:cNvPr id="24" name="Textplatzhalter 13">
            <a:extLst>
              <a:ext uri="{FF2B5EF4-FFF2-40B4-BE49-F238E27FC236}">
                <a16:creationId xmlns:a16="http://schemas.microsoft.com/office/drawing/2014/main" id="{2C6B06D8-82AD-2346-6F1A-A070D1D6004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097108" y="4968600"/>
            <a:ext cx="1934308" cy="370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Clr>
                <a:srgbClr val="FF4200"/>
              </a:buClr>
              <a:buFont typeface="Wingdings" pitchFamily="2" charset="2"/>
              <a:buNone/>
              <a:defRPr sz="1400" b="0" i="0">
                <a:solidFill>
                  <a:srgbClr val="FF4200"/>
                </a:solidFill>
                <a:latin typeface="Avenir LT Std 35 Light" panose="020B0402020203020204" pitchFamily="34" charset="0"/>
              </a:defRPr>
            </a:lvl1pPr>
            <a:lvl2pPr marL="6858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2pPr>
            <a:lvl3pPr marL="11430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/>
              <a:t>Headline</a:t>
            </a:r>
          </a:p>
        </p:txBody>
      </p:sp>
      <p:sp>
        <p:nvSpPr>
          <p:cNvPr id="25" name="Textplatzhalter 13">
            <a:extLst>
              <a:ext uri="{FF2B5EF4-FFF2-40B4-BE49-F238E27FC236}">
                <a16:creationId xmlns:a16="http://schemas.microsoft.com/office/drawing/2014/main" id="{0C18E72D-D16F-D207-0EFF-9822805BDBC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97108" y="5460969"/>
            <a:ext cx="1934308" cy="370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Clr>
                <a:srgbClr val="FF4200"/>
              </a:buClr>
              <a:buFont typeface="Wingdings" pitchFamily="2" charset="2"/>
              <a:buNone/>
              <a:defRPr sz="1000" b="0" i="0">
                <a:latin typeface="Avenir LT Std 35 Light" panose="020B0402020203020204" pitchFamily="34" charset="0"/>
              </a:defRPr>
            </a:lvl1pPr>
            <a:lvl2pPr marL="6858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2pPr>
            <a:lvl3pPr marL="11430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/>
              <a:t>Beschreibung</a:t>
            </a:r>
          </a:p>
        </p:txBody>
      </p:sp>
      <p:sp>
        <p:nvSpPr>
          <p:cNvPr id="2" name="Textplatzhalter 13">
            <a:extLst>
              <a:ext uri="{FF2B5EF4-FFF2-40B4-BE49-F238E27FC236}">
                <a16:creationId xmlns:a16="http://schemas.microsoft.com/office/drawing/2014/main" id="{95449B27-922F-B298-22DB-8AA8C48DD0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73014" y="6199523"/>
            <a:ext cx="10484137" cy="370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Clr>
                <a:srgbClr val="FF4200"/>
              </a:buClr>
              <a:buFont typeface="Wingdings" pitchFamily="2" charset="2"/>
              <a:buNone/>
              <a:defRPr sz="1200" b="0" i="0">
                <a:latin typeface="Avenir LT Std 35 Light" panose="020B0402020203020204" pitchFamily="34" charset="0"/>
              </a:defRPr>
            </a:lvl1pPr>
            <a:lvl2pPr marL="6858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2pPr>
            <a:lvl3pPr marL="11430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5" name="Titel 9">
            <a:extLst>
              <a:ext uri="{FF2B5EF4-FFF2-40B4-BE49-F238E27FC236}">
                <a16:creationId xmlns:a16="http://schemas.microsoft.com/office/drawing/2014/main" id="{CE6F36A9-49BE-D6EA-0F22-7469DF66B6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2451" y="746026"/>
            <a:ext cx="4736126" cy="132556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3200">
                <a:latin typeface="All Round Gothic Medium" panose="020B0603020202020104" pitchFamily="34" charset="77"/>
              </a:defRPr>
            </a:lvl1pPr>
          </a:lstStyle>
          <a:p>
            <a:r>
              <a:rPr lang="de-DE"/>
              <a:t>Headline</a:t>
            </a:r>
          </a:p>
        </p:txBody>
      </p:sp>
      <p:sp>
        <p:nvSpPr>
          <p:cNvPr id="3" name="Textplatzhalter 3">
            <a:extLst>
              <a:ext uri="{FF2B5EF4-FFF2-40B4-BE49-F238E27FC236}">
                <a16:creationId xmlns:a16="http://schemas.microsoft.com/office/drawing/2014/main" id="{6BDF04D1-91EB-8ED2-C743-08F950D37B0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2450" y="99216"/>
            <a:ext cx="5370441" cy="1477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Avenir LT Std 35 Light" panose="020B0402020203020204" pitchFamily="34" charset="0"/>
              </a:defRPr>
            </a:lvl1pPr>
          </a:lstStyle>
          <a:p>
            <a:pPr lvl="0"/>
            <a:r>
              <a:rPr lang="de-DE"/>
              <a:t>Info</a:t>
            </a:r>
          </a:p>
        </p:txBody>
      </p:sp>
    </p:spTree>
    <p:extLst>
      <p:ext uri="{BB962C8B-B14F-4D97-AF65-F5344CB8AC3E}">
        <p14:creationId xmlns:p14="http://schemas.microsoft.com/office/powerpoint/2010/main" val="30292575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- 5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F8CA5254-2BD6-F341-0B11-3E704572948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142998" y="2918272"/>
            <a:ext cx="1639799" cy="1639798"/>
          </a:xfrm>
          <a:prstGeom prst="ellipse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Bildplatzhalter 3">
            <a:extLst>
              <a:ext uri="{FF2B5EF4-FFF2-40B4-BE49-F238E27FC236}">
                <a16:creationId xmlns:a16="http://schemas.microsoft.com/office/drawing/2014/main" id="{0E25EF83-6341-CD42-1ED3-E3EEEBA61D2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81741" y="2918272"/>
            <a:ext cx="1639799" cy="1639798"/>
          </a:xfrm>
          <a:prstGeom prst="ellipse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8" name="Bildplatzhalter 3">
            <a:extLst>
              <a:ext uri="{FF2B5EF4-FFF2-40B4-BE49-F238E27FC236}">
                <a16:creationId xmlns:a16="http://schemas.microsoft.com/office/drawing/2014/main" id="{6D9B92F2-C0C4-789A-A3A0-B091F396E3C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408760" y="2918272"/>
            <a:ext cx="1639799" cy="1639798"/>
          </a:xfrm>
          <a:prstGeom prst="ellipse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12" name="Bildplatzhalter 3">
            <a:extLst>
              <a:ext uri="{FF2B5EF4-FFF2-40B4-BE49-F238E27FC236}">
                <a16:creationId xmlns:a16="http://schemas.microsoft.com/office/drawing/2014/main" id="{7E9BCCCD-1C4C-0012-A22B-FC0E4BEB88C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547503" y="2918272"/>
            <a:ext cx="1639799" cy="1639798"/>
          </a:xfrm>
          <a:prstGeom prst="ellipse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17" name="Textplatzhalter 13">
            <a:extLst>
              <a:ext uri="{FF2B5EF4-FFF2-40B4-BE49-F238E27FC236}">
                <a16:creationId xmlns:a16="http://schemas.microsoft.com/office/drawing/2014/main" id="{20BE5B87-DAFE-DBCB-D4E3-3F2F0E99F0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3015" y="4968600"/>
            <a:ext cx="1934308" cy="370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Clr>
                <a:srgbClr val="FF4200"/>
              </a:buClr>
              <a:buFont typeface="Wingdings" pitchFamily="2" charset="2"/>
              <a:buNone/>
              <a:defRPr sz="1400" b="0" i="0">
                <a:solidFill>
                  <a:srgbClr val="FF4200"/>
                </a:solidFill>
                <a:latin typeface="Avenir LT Std 35 Light" panose="020B0402020203020204" pitchFamily="34" charset="0"/>
              </a:defRPr>
            </a:lvl1pPr>
            <a:lvl2pPr marL="6858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2pPr>
            <a:lvl3pPr marL="11430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/>
              <a:t>Headline</a:t>
            </a:r>
          </a:p>
        </p:txBody>
      </p:sp>
      <p:sp>
        <p:nvSpPr>
          <p:cNvPr id="18" name="Textplatzhalter 13">
            <a:extLst>
              <a:ext uri="{FF2B5EF4-FFF2-40B4-BE49-F238E27FC236}">
                <a16:creationId xmlns:a16="http://schemas.microsoft.com/office/drawing/2014/main" id="{2BFF2C77-F948-902B-588A-6023D960CA8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73015" y="5460969"/>
            <a:ext cx="1934308" cy="370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Clr>
                <a:srgbClr val="FF4200"/>
              </a:buClr>
              <a:buFont typeface="Wingdings" pitchFamily="2" charset="2"/>
              <a:buNone/>
              <a:defRPr sz="1000" b="0" i="0">
                <a:latin typeface="Avenir LT Std 35 Light" panose="020B0402020203020204" pitchFamily="34" charset="0"/>
              </a:defRPr>
            </a:lvl1pPr>
            <a:lvl2pPr marL="6858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2pPr>
            <a:lvl3pPr marL="11430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/>
              <a:t>Beschreibung</a:t>
            </a: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0AD8898B-60B1-81D5-82A2-9B09403AAD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2923" y="-10450"/>
            <a:ext cx="4630615" cy="2322139"/>
          </a:xfrm>
          <a:prstGeom prst="rect">
            <a:avLst/>
          </a:prstGeom>
        </p:spPr>
      </p:pic>
      <p:sp>
        <p:nvSpPr>
          <p:cNvPr id="20" name="Textplatzhalter 13">
            <a:extLst>
              <a:ext uri="{FF2B5EF4-FFF2-40B4-BE49-F238E27FC236}">
                <a16:creationId xmlns:a16="http://schemas.microsoft.com/office/drawing/2014/main" id="{E1CE7AC9-5A3F-1411-8204-82748AA933B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11758" y="4968600"/>
            <a:ext cx="1934308" cy="370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Clr>
                <a:srgbClr val="FF4200"/>
              </a:buClr>
              <a:buFont typeface="Wingdings" pitchFamily="2" charset="2"/>
              <a:buNone/>
              <a:defRPr sz="1400" b="0" i="0">
                <a:solidFill>
                  <a:srgbClr val="FF4200"/>
                </a:solidFill>
                <a:latin typeface="Avenir LT Std 35 Light" panose="020B0402020203020204" pitchFamily="34" charset="0"/>
              </a:defRPr>
            </a:lvl1pPr>
            <a:lvl2pPr marL="6858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2pPr>
            <a:lvl3pPr marL="11430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/>
              <a:t>Headline</a:t>
            </a:r>
          </a:p>
        </p:txBody>
      </p:sp>
      <p:sp>
        <p:nvSpPr>
          <p:cNvPr id="21" name="Textplatzhalter 13">
            <a:extLst>
              <a:ext uri="{FF2B5EF4-FFF2-40B4-BE49-F238E27FC236}">
                <a16:creationId xmlns:a16="http://schemas.microsoft.com/office/drawing/2014/main" id="{0CF41BE4-5A10-19D3-6CD2-3CF6F8A190B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11758" y="5460969"/>
            <a:ext cx="1934308" cy="370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Clr>
                <a:srgbClr val="FF4200"/>
              </a:buClr>
              <a:buFont typeface="Wingdings" pitchFamily="2" charset="2"/>
              <a:buNone/>
              <a:defRPr sz="1000" b="0" i="0">
                <a:latin typeface="Avenir LT Std 35 Light" panose="020B0402020203020204" pitchFamily="34" charset="0"/>
              </a:defRPr>
            </a:lvl1pPr>
            <a:lvl2pPr marL="6858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2pPr>
            <a:lvl3pPr marL="11430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/>
              <a:t>Beschreibung</a:t>
            </a:r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03BF3569-34AA-7368-0348-583BE6DBA4D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50501" y="4968600"/>
            <a:ext cx="1934308" cy="370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Clr>
                <a:srgbClr val="FF4200"/>
              </a:buClr>
              <a:buFont typeface="Wingdings" pitchFamily="2" charset="2"/>
              <a:buNone/>
              <a:defRPr sz="1400" b="0" i="0">
                <a:solidFill>
                  <a:srgbClr val="FF4200"/>
                </a:solidFill>
                <a:latin typeface="Avenir LT Std 35 Light" panose="020B0402020203020204" pitchFamily="34" charset="0"/>
              </a:defRPr>
            </a:lvl1pPr>
            <a:lvl2pPr marL="6858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2pPr>
            <a:lvl3pPr marL="11430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/>
              <a:t>Headline</a:t>
            </a:r>
          </a:p>
        </p:txBody>
      </p:sp>
      <p:sp>
        <p:nvSpPr>
          <p:cNvPr id="23" name="Textplatzhalter 13">
            <a:extLst>
              <a:ext uri="{FF2B5EF4-FFF2-40B4-BE49-F238E27FC236}">
                <a16:creationId xmlns:a16="http://schemas.microsoft.com/office/drawing/2014/main" id="{E0D4DEE9-22DD-A7B5-2E58-4A614E2705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50501" y="5460969"/>
            <a:ext cx="1934308" cy="370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Clr>
                <a:srgbClr val="FF4200"/>
              </a:buClr>
              <a:buFont typeface="Wingdings" pitchFamily="2" charset="2"/>
              <a:buNone/>
              <a:defRPr sz="1000" b="0" i="0">
                <a:latin typeface="Avenir LT Std 35 Light" panose="020B0402020203020204" pitchFamily="34" charset="0"/>
              </a:defRPr>
            </a:lvl1pPr>
            <a:lvl2pPr marL="6858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2pPr>
            <a:lvl3pPr marL="11430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/>
              <a:t>Beschreibung</a:t>
            </a:r>
          </a:p>
        </p:txBody>
      </p:sp>
      <p:sp>
        <p:nvSpPr>
          <p:cNvPr id="24" name="Textplatzhalter 13">
            <a:extLst>
              <a:ext uri="{FF2B5EF4-FFF2-40B4-BE49-F238E27FC236}">
                <a16:creationId xmlns:a16="http://schemas.microsoft.com/office/drawing/2014/main" id="{2C6B06D8-82AD-2346-6F1A-A070D1D6004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389244" y="4968600"/>
            <a:ext cx="1934308" cy="370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Clr>
                <a:srgbClr val="FF4200"/>
              </a:buClr>
              <a:buFont typeface="Wingdings" pitchFamily="2" charset="2"/>
              <a:buNone/>
              <a:defRPr sz="1400" b="0" i="0">
                <a:solidFill>
                  <a:srgbClr val="FF4200"/>
                </a:solidFill>
                <a:latin typeface="Avenir LT Std 35 Light" panose="020B0402020203020204" pitchFamily="34" charset="0"/>
              </a:defRPr>
            </a:lvl1pPr>
            <a:lvl2pPr marL="6858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2pPr>
            <a:lvl3pPr marL="11430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/>
              <a:t>Headline</a:t>
            </a:r>
          </a:p>
        </p:txBody>
      </p:sp>
      <p:sp>
        <p:nvSpPr>
          <p:cNvPr id="25" name="Textplatzhalter 13">
            <a:extLst>
              <a:ext uri="{FF2B5EF4-FFF2-40B4-BE49-F238E27FC236}">
                <a16:creationId xmlns:a16="http://schemas.microsoft.com/office/drawing/2014/main" id="{0C18E72D-D16F-D207-0EFF-9822805BDBC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389244" y="5460969"/>
            <a:ext cx="1934308" cy="370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Clr>
                <a:srgbClr val="FF4200"/>
              </a:buClr>
              <a:buFont typeface="Wingdings" pitchFamily="2" charset="2"/>
              <a:buNone/>
              <a:defRPr sz="1000" b="0" i="0">
                <a:latin typeface="Avenir LT Std 35 Light" panose="020B0402020203020204" pitchFamily="34" charset="0"/>
              </a:defRPr>
            </a:lvl1pPr>
            <a:lvl2pPr marL="6858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2pPr>
            <a:lvl3pPr marL="11430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/>
              <a:t>Beschreibung</a:t>
            </a:r>
          </a:p>
        </p:txBody>
      </p:sp>
      <p:sp>
        <p:nvSpPr>
          <p:cNvPr id="2" name="Bildplatzhalter 3">
            <a:extLst>
              <a:ext uri="{FF2B5EF4-FFF2-40B4-BE49-F238E27FC236}">
                <a16:creationId xmlns:a16="http://schemas.microsoft.com/office/drawing/2014/main" id="{910F6DA7-A73E-EE63-F209-D666A4EB61D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681103" y="2918272"/>
            <a:ext cx="1639799" cy="1639798"/>
          </a:xfrm>
          <a:prstGeom prst="ellipse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3" name="Textplatzhalter 13">
            <a:extLst>
              <a:ext uri="{FF2B5EF4-FFF2-40B4-BE49-F238E27FC236}">
                <a16:creationId xmlns:a16="http://schemas.microsoft.com/office/drawing/2014/main" id="{10B30C89-5F7A-E412-901D-01077EECFD8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522844" y="4968600"/>
            <a:ext cx="1934308" cy="370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Clr>
                <a:srgbClr val="FF4200"/>
              </a:buClr>
              <a:buFont typeface="Wingdings" pitchFamily="2" charset="2"/>
              <a:buNone/>
              <a:defRPr sz="1400" b="0" i="0">
                <a:solidFill>
                  <a:srgbClr val="FF4200"/>
                </a:solidFill>
                <a:latin typeface="Avenir LT Std 35 Light" panose="020B0402020203020204" pitchFamily="34" charset="0"/>
              </a:defRPr>
            </a:lvl1pPr>
            <a:lvl2pPr marL="6858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2pPr>
            <a:lvl3pPr marL="11430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/>
              <a:t>Headline</a:t>
            </a:r>
          </a:p>
        </p:txBody>
      </p:sp>
      <p:sp>
        <p:nvSpPr>
          <p:cNvPr id="7" name="Textplatzhalter 13">
            <a:extLst>
              <a:ext uri="{FF2B5EF4-FFF2-40B4-BE49-F238E27FC236}">
                <a16:creationId xmlns:a16="http://schemas.microsoft.com/office/drawing/2014/main" id="{5DD5C5BD-78CF-E37C-2DFC-90B3515622C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522844" y="5460969"/>
            <a:ext cx="1934308" cy="370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Clr>
                <a:srgbClr val="FF4200"/>
              </a:buClr>
              <a:buFont typeface="Wingdings" pitchFamily="2" charset="2"/>
              <a:buNone/>
              <a:defRPr sz="1000" b="0" i="0">
                <a:latin typeface="Avenir LT Std 35 Light" panose="020B0402020203020204" pitchFamily="34" charset="0"/>
              </a:defRPr>
            </a:lvl1pPr>
            <a:lvl2pPr marL="6858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2pPr>
            <a:lvl3pPr marL="11430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/>
              <a:t>Beschreibung</a:t>
            </a:r>
          </a:p>
        </p:txBody>
      </p:sp>
      <p:sp>
        <p:nvSpPr>
          <p:cNvPr id="9" name="Textplatzhalter 13">
            <a:extLst>
              <a:ext uri="{FF2B5EF4-FFF2-40B4-BE49-F238E27FC236}">
                <a16:creationId xmlns:a16="http://schemas.microsoft.com/office/drawing/2014/main" id="{0AA61556-C7D8-81A2-3A8E-871BA4DE6BF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73014" y="6199523"/>
            <a:ext cx="10484137" cy="370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Clr>
                <a:srgbClr val="FF4200"/>
              </a:buClr>
              <a:buFont typeface="Wingdings" pitchFamily="2" charset="2"/>
              <a:buNone/>
              <a:defRPr sz="1200" b="0" i="0">
                <a:latin typeface="Avenir LT Std 35 Light" panose="020B0402020203020204" pitchFamily="34" charset="0"/>
              </a:defRPr>
            </a:lvl1pPr>
            <a:lvl2pPr marL="6858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2pPr>
            <a:lvl3pPr marL="11430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3pPr>
            <a:lvl4pPr marL="16002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4pPr>
            <a:lvl5pPr marL="2057400" indent="-228600">
              <a:buClr>
                <a:srgbClr val="FF4200"/>
              </a:buClr>
              <a:buFont typeface="Wingdings" pitchFamily="2" charset="2"/>
              <a:buChar char="ü"/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5" name="Titel 9">
            <a:extLst>
              <a:ext uri="{FF2B5EF4-FFF2-40B4-BE49-F238E27FC236}">
                <a16:creationId xmlns:a16="http://schemas.microsoft.com/office/drawing/2014/main" id="{221737EB-D6DD-7DB2-DEE4-1A6E016DFB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2451" y="746026"/>
            <a:ext cx="4736126" cy="132556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3200">
                <a:latin typeface="All Round Gothic Medium" panose="020B0603020202020104" pitchFamily="34" charset="77"/>
              </a:defRPr>
            </a:lvl1pPr>
          </a:lstStyle>
          <a:p>
            <a:r>
              <a:rPr lang="de-DE"/>
              <a:t>Headline</a:t>
            </a:r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1E973525-5F6D-A0B2-94D0-F9DEC4444D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2450" y="99216"/>
            <a:ext cx="5370441" cy="1477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Avenir LT Std 35 Light" panose="020B0402020203020204" pitchFamily="34" charset="0"/>
              </a:defRPr>
            </a:lvl1pPr>
          </a:lstStyle>
          <a:p>
            <a:pPr lvl="0"/>
            <a:r>
              <a:rPr lang="de-DE"/>
              <a:t>Info</a:t>
            </a:r>
          </a:p>
        </p:txBody>
      </p:sp>
    </p:spTree>
    <p:extLst>
      <p:ext uri="{BB962C8B-B14F-4D97-AF65-F5344CB8AC3E}">
        <p14:creationId xmlns:p14="http://schemas.microsoft.com/office/powerpoint/2010/main" val="5537715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+ Headlin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19994AB-5FCD-8AAE-EBA4-2B9814893D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8665" y="1171831"/>
            <a:ext cx="2263827" cy="4514337"/>
          </a:xfrm>
          <a:prstGeom prst="rect">
            <a:avLst/>
          </a:prstGeom>
        </p:spPr>
      </p:pic>
      <p:sp>
        <p:nvSpPr>
          <p:cNvPr id="4" name="Bildplatzhalter 3">
            <a:extLst>
              <a:ext uri="{FF2B5EF4-FFF2-40B4-BE49-F238E27FC236}">
                <a16:creationId xmlns:a16="http://schemas.microsoft.com/office/drawing/2014/main" id="{F8CA5254-2BD6-F341-0B11-3E704572948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636801" y="2123310"/>
            <a:ext cx="2611381" cy="2611380"/>
          </a:xfrm>
          <a:prstGeom prst="ellipse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6B0B3AA9-DB1C-2FAA-8FF9-7001FB0D6E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4782" y="517088"/>
            <a:ext cx="5628731" cy="132556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3200">
                <a:latin typeface="All Round Gothic Medium" panose="020B0603020202020104" pitchFamily="34" charset="77"/>
              </a:defRPr>
            </a:lvl1pPr>
          </a:lstStyle>
          <a:p>
            <a:r>
              <a:rPr lang="de-DE"/>
              <a:t>Headline</a:t>
            </a:r>
          </a:p>
        </p:txBody>
      </p:sp>
      <p:sp>
        <p:nvSpPr>
          <p:cNvPr id="11" name="Textplatzhalter 13">
            <a:extLst>
              <a:ext uri="{FF2B5EF4-FFF2-40B4-BE49-F238E27FC236}">
                <a16:creationId xmlns:a16="http://schemas.microsoft.com/office/drawing/2014/main" id="{CA481EC0-AC89-AA1C-D421-6ED516553A9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504783" y="2151306"/>
            <a:ext cx="5900499" cy="365034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Clr>
                <a:srgbClr val="FF4200"/>
              </a:buClr>
              <a:buFont typeface="Wingdings" pitchFamily="2" charset="2"/>
              <a:buNone/>
              <a:defRPr sz="1200" b="0" i="0">
                <a:latin typeface="Avenir LT Std 35 Light" panose="020B0402020203020204" pitchFamily="34" charset="0"/>
              </a:defRPr>
            </a:lvl1pPr>
            <a:lvl2pPr>
              <a:defRPr sz="1400" b="0" i="0">
                <a:latin typeface="Avenir LT Std 35 Light" panose="020B0402020203020204" pitchFamily="34" charset="0"/>
              </a:defRPr>
            </a:lvl2pPr>
            <a:lvl3pPr>
              <a:defRPr sz="1400" b="0" i="0">
                <a:latin typeface="Avenir LT Std 35 Light" panose="020B0402020203020204" pitchFamily="34" charset="0"/>
              </a:defRPr>
            </a:lvl3pPr>
            <a:lvl4pPr>
              <a:defRPr sz="1400" b="0" i="0">
                <a:latin typeface="Avenir LT Std 35 Light" panose="020B0402020203020204" pitchFamily="34" charset="0"/>
              </a:defRPr>
            </a:lvl4pPr>
            <a:lvl5pPr>
              <a:defRPr sz="1400"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platzhalter 3">
            <a:extLst>
              <a:ext uri="{FF2B5EF4-FFF2-40B4-BE49-F238E27FC236}">
                <a16:creationId xmlns:a16="http://schemas.microsoft.com/office/drawing/2014/main" id="{FEAAB6B6-CFC0-8CB7-1769-9A12C1D333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2450" y="99216"/>
            <a:ext cx="5370441" cy="1477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Avenir LT Std 35 Light" panose="020B0402020203020204" pitchFamily="34" charset="0"/>
              </a:defRPr>
            </a:lvl1pPr>
          </a:lstStyle>
          <a:p>
            <a:pPr lvl="0"/>
            <a:r>
              <a:rPr lang="de-DE"/>
              <a:t>Info</a:t>
            </a:r>
          </a:p>
        </p:txBody>
      </p:sp>
    </p:spTree>
    <p:extLst>
      <p:ext uri="{BB962C8B-B14F-4D97-AF65-F5344CB8AC3E}">
        <p14:creationId xmlns:p14="http://schemas.microsoft.com/office/powerpoint/2010/main" val="313963750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9DD8E3C4-C1CD-4CDF-8397-FE5B551932CF}"/>
              </a:ext>
            </a:extLst>
          </p:cNvPr>
          <p:cNvSpPr txBox="1"/>
          <p:nvPr userDrawn="1"/>
        </p:nvSpPr>
        <p:spPr>
          <a:xfrm>
            <a:off x="4541739" y="2274838"/>
            <a:ext cx="71919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7200" err="1">
                <a:solidFill>
                  <a:schemeClr val="tx1"/>
                </a:solidFill>
                <a:latin typeface="All Round Gothic Medium" panose="020B0603020202020104" pitchFamily="34" charset="77"/>
              </a:rPr>
              <a:t>big</a:t>
            </a:r>
            <a:r>
              <a:rPr lang="de-DE" sz="7200">
                <a:solidFill>
                  <a:schemeClr val="tx1"/>
                </a:solidFill>
                <a:latin typeface="All Round Gothic Medium" panose="020B0603020202020104" pitchFamily="34" charset="77"/>
              </a:rPr>
              <a:t> </a:t>
            </a:r>
            <a:r>
              <a:rPr lang="de-DE" sz="7200" err="1">
                <a:solidFill>
                  <a:schemeClr val="tx1"/>
                </a:solidFill>
                <a:latin typeface="All Round Gothic Medium" panose="020B0603020202020104" pitchFamily="34" charset="77"/>
              </a:rPr>
              <a:t>brands</a:t>
            </a:r>
            <a:r>
              <a:rPr lang="de-DE" sz="7200">
                <a:solidFill>
                  <a:schemeClr val="tx1"/>
                </a:solidFill>
                <a:latin typeface="All Round Gothic Medium" panose="020B0603020202020104" pitchFamily="34" charset="77"/>
              </a:rPr>
              <a:t> </a:t>
            </a:r>
            <a:br>
              <a:rPr lang="de-DE" sz="7200">
                <a:solidFill>
                  <a:schemeClr val="tx1"/>
                </a:solidFill>
                <a:latin typeface="All Round Gothic Medium" panose="020B0603020202020104" pitchFamily="34" charset="77"/>
              </a:rPr>
            </a:br>
            <a:r>
              <a:rPr lang="de-DE" sz="7200">
                <a:solidFill>
                  <a:schemeClr val="tx1"/>
                </a:solidFill>
                <a:latin typeface="All Round Gothic Medium" panose="020B0603020202020104" pitchFamily="34" charset="77"/>
              </a:rPr>
              <a:t>   </a:t>
            </a:r>
            <a:r>
              <a:rPr lang="de-DE" sz="7200">
                <a:solidFill>
                  <a:srgbClr val="FF4200"/>
                </a:solidFill>
                <a:latin typeface="All Round Gothic Medium" panose="020B0603020202020104" pitchFamily="34" charset="77"/>
              </a:rPr>
              <a:t>in </a:t>
            </a:r>
            <a:r>
              <a:rPr lang="de-DE" sz="7200" err="1">
                <a:solidFill>
                  <a:srgbClr val="FF4200"/>
                </a:solidFill>
                <a:latin typeface="All Round Gothic Medium" panose="020B0603020202020104" pitchFamily="34" charset="77"/>
              </a:rPr>
              <a:t>best</a:t>
            </a:r>
            <a:r>
              <a:rPr lang="de-DE" sz="7200">
                <a:solidFill>
                  <a:srgbClr val="FF4200"/>
                </a:solidFill>
                <a:latin typeface="All Round Gothic Medium" panose="020B0603020202020104" pitchFamily="34" charset="77"/>
              </a:rPr>
              <a:t> </a:t>
            </a:r>
            <a:r>
              <a:rPr lang="de-DE" sz="7200" err="1">
                <a:solidFill>
                  <a:srgbClr val="FF4200"/>
                </a:solidFill>
                <a:latin typeface="All Round Gothic Medium" panose="020B0603020202020104" pitchFamily="34" charset="77"/>
              </a:rPr>
              <a:t>hands</a:t>
            </a:r>
            <a:endParaRPr lang="de-DE" sz="7200">
              <a:solidFill>
                <a:srgbClr val="FF4200"/>
              </a:solidFill>
              <a:latin typeface="All Round Gothic Medium" panose="020B0603020202020104" pitchFamily="34" charset="77"/>
            </a:endParaRPr>
          </a:p>
        </p:txBody>
      </p:sp>
      <p:pic>
        <p:nvPicPr>
          <p:cNvPr id="8" name="Grafik 7" descr="Ein Bild, das Schwarz, Screenshot, Grafiken, Schwarzweiß enthält.&#10;&#10;KI-generierte Inhalte können fehlerhaft sein.">
            <a:extLst>
              <a:ext uri="{FF2B5EF4-FFF2-40B4-BE49-F238E27FC236}">
                <a16:creationId xmlns:a16="http://schemas.microsoft.com/office/drawing/2014/main" id="{0423D3B2-D87C-8B66-E76E-5B3758F35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6032" t="55864"/>
          <a:stretch/>
        </p:blipFill>
        <p:spPr>
          <a:xfrm>
            <a:off x="585932" y="400954"/>
            <a:ext cx="5315560" cy="605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17811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ress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C6048548-9111-F2BB-4E40-F375D35EF2DF}"/>
              </a:ext>
            </a:extLst>
          </p:cNvPr>
          <p:cNvSpPr/>
          <p:nvPr userDrawn="1"/>
        </p:nvSpPr>
        <p:spPr>
          <a:xfrm>
            <a:off x="281354" y="4220308"/>
            <a:ext cx="11642289" cy="2409799"/>
          </a:xfrm>
          <a:prstGeom prst="roundRect">
            <a:avLst/>
          </a:prstGeom>
          <a:gradFill>
            <a:gsLst>
              <a:gs pos="95000">
                <a:srgbClr val="FF4200"/>
              </a:gs>
              <a:gs pos="0">
                <a:srgbClr val="FF9D0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A7A9FD3-B39A-F4C0-4469-5326EFF29F65}"/>
              </a:ext>
            </a:extLst>
          </p:cNvPr>
          <p:cNvSpPr txBox="1"/>
          <p:nvPr userDrawn="1"/>
        </p:nvSpPr>
        <p:spPr>
          <a:xfrm>
            <a:off x="856521" y="4504560"/>
            <a:ext cx="3101442" cy="1277273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r>
              <a:rPr lang="de-DE" sz="1000" b="0" i="0">
                <a:solidFill>
                  <a:schemeClr val="bg1"/>
                </a:solidFill>
                <a:latin typeface="Avenir LT Std 35 Light" panose="020B0402020203020204" pitchFamily="34" charset="0"/>
              </a:rPr>
              <a:t>Global Brand </a:t>
            </a:r>
            <a:r>
              <a:rPr lang="de-DE" sz="1000" b="0" i="0" err="1">
                <a:solidFill>
                  <a:schemeClr val="bg1"/>
                </a:solidFill>
                <a:latin typeface="Avenir LT Std 35 Light" panose="020B0402020203020204" pitchFamily="34" charset="0"/>
              </a:rPr>
              <a:t>Concepts</a:t>
            </a:r>
            <a:r>
              <a:rPr lang="de-DE" sz="1000" b="0" i="0">
                <a:solidFill>
                  <a:schemeClr val="bg1"/>
                </a:solidFill>
                <a:latin typeface="Avenir LT Std 35 Light" panose="020B0402020203020204" pitchFamily="34" charset="0"/>
              </a:rPr>
              <a:t> GmbH</a:t>
            </a:r>
          </a:p>
          <a:p>
            <a:r>
              <a:rPr lang="de-DE" sz="1000" b="0" i="0">
                <a:solidFill>
                  <a:schemeClr val="bg1"/>
                </a:solidFill>
                <a:latin typeface="Avenir LT Std 35 Light" panose="020B0402020203020204" pitchFamily="34" charset="0"/>
              </a:rPr>
              <a:t>Rudolf-Diesel-Str. 3</a:t>
            </a:r>
          </a:p>
          <a:p>
            <a:r>
              <a:rPr lang="de-DE" sz="1000" b="0" i="0">
                <a:solidFill>
                  <a:schemeClr val="bg1"/>
                </a:solidFill>
                <a:latin typeface="Avenir LT Std 35 Light" panose="020B0402020203020204" pitchFamily="34" charset="0"/>
              </a:rPr>
              <a:t>67590 Monsheim / Germany</a:t>
            </a:r>
          </a:p>
          <a:p>
            <a:endParaRPr lang="de-DE" sz="1000" b="0" i="0">
              <a:solidFill>
                <a:schemeClr val="bg1"/>
              </a:solidFill>
              <a:latin typeface="Avenir LT Std 35 Light" panose="020B0402020203020204" pitchFamily="34" charset="0"/>
            </a:endParaRPr>
          </a:p>
          <a:p>
            <a:r>
              <a:rPr lang="de-DE" sz="1000" b="0" i="0">
                <a:solidFill>
                  <a:schemeClr val="bg1"/>
                </a:solidFill>
                <a:latin typeface="Avenir LT Std 35 Light" panose="020B0402020203020204" pitchFamily="34" charset="0"/>
              </a:rPr>
              <a:t>T  +49 6243 4576 0</a:t>
            </a:r>
          </a:p>
          <a:p>
            <a:r>
              <a:rPr lang="de-DE" sz="1000" b="0" i="0">
                <a:solidFill>
                  <a:schemeClr val="bg1"/>
                </a:solidFill>
                <a:latin typeface="Avenir LT Std 35 Light" panose="020B0402020203020204" pitchFamily="34" charset="0"/>
              </a:rPr>
              <a:t>E  </a:t>
            </a:r>
            <a:r>
              <a:rPr lang="de-DE" sz="1000" b="0" i="0" u="none">
                <a:solidFill>
                  <a:schemeClr val="bg1"/>
                </a:solidFill>
                <a:effectLst/>
                <a:latin typeface="Avenir LT Std 35 Light" panose="020B0402020203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info@g-b-c.de</a:t>
            </a:r>
            <a:endParaRPr lang="de-DE" sz="1000" b="0" i="0" u="none">
              <a:solidFill>
                <a:schemeClr val="bg1"/>
              </a:solidFill>
              <a:effectLst/>
              <a:latin typeface="Avenir LT Std 35 Light" panose="020B0402020203020204" pitchFamily="34" charset="0"/>
            </a:endParaRPr>
          </a:p>
          <a:p>
            <a:endParaRPr lang="de-DE" sz="1000" b="0" i="0">
              <a:solidFill>
                <a:schemeClr val="bg1"/>
              </a:solidFill>
              <a:latin typeface="Avenir LT Std 35 Light" panose="020B0402020203020204" pitchFamily="34" charset="0"/>
            </a:endParaRPr>
          </a:p>
          <a:p>
            <a:r>
              <a:rPr lang="de-DE" sz="1000" b="0" i="0">
                <a:solidFill>
                  <a:schemeClr val="bg1"/>
                </a:solidFill>
                <a:latin typeface="Avenir LT Std 35 Light" panose="020B0402020203020204" pitchFamily="34" charset="0"/>
              </a:rPr>
              <a:t>global-brand-</a:t>
            </a:r>
            <a:r>
              <a:rPr lang="de-DE" sz="1000" b="0" i="0" err="1">
                <a:solidFill>
                  <a:schemeClr val="bg1"/>
                </a:solidFill>
                <a:latin typeface="Avenir LT Std 35 Light" panose="020B0402020203020204" pitchFamily="34" charset="0"/>
              </a:rPr>
              <a:t>concepts.com</a:t>
            </a:r>
            <a:endParaRPr lang="de-DE" sz="1000" b="0" i="0">
              <a:solidFill>
                <a:schemeClr val="bg1"/>
              </a:solidFill>
              <a:latin typeface="Avenir LT Std 35 Light" panose="020B0402020203020204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CB2ACEE-2EF9-EB1A-41BD-19EDC4A6F950}"/>
              </a:ext>
            </a:extLst>
          </p:cNvPr>
          <p:cNvSpPr txBox="1"/>
          <p:nvPr userDrawn="1"/>
        </p:nvSpPr>
        <p:spPr>
          <a:xfrm>
            <a:off x="749004" y="6078754"/>
            <a:ext cx="95769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de-DE" sz="800">
                <a:solidFill>
                  <a:schemeClr val="bg1"/>
                </a:solidFill>
                <a:latin typeface="Avenir Next Condensed" panose="020B0506020202020204" pitchFamily="34" charset="0"/>
              </a:rPr>
              <a:t>© Global Brand Concepts GmbH 2026 Confidential. All rights reserved, also regarding every regulation, application, reproduction, handling, passing on as well as for the case of an application of a protective right.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de-DE" sz="800">
                <a:solidFill>
                  <a:schemeClr val="bg1"/>
                </a:solidFill>
                <a:latin typeface="Avenir Next Condensed" panose="020B0506020202020204" pitchFamily="34" charset="0"/>
              </a:rPr>
              <a:t>© Global Brand Concepts GmbH 2026 </a:t>
            </a:r>
            <a:r>
              <a:rPr lang="en-US" altLang="de-DE" sz="800" err="1">
                <a:solidFill>
                  <a:schemeClr val="bg1"/>
                </a:solidFill>
                <a:latin typeface="Avenir Next Condensed" panose="020B0506020202020204" pitchFamily="34" charset="0"/>
              </a:rPr>
              <a:t>Vertraulich</a:t>
            </a:r>
            <a:r>
              <a:rPr lang="en-US" altLang="de-DE" sz="800">
                <a:solidFill>
                  <a:schemeClr val="bg1"/>
                </a:solidFill>
                <a:latin typeface="Avenir Next Condensed" panose="020B0506020202020204" pitchFamily="34" charset="0"/>
              </a:rPr>
              <a:t>. Alle Rechte </a:t>
            </a:r>
            <a:r>
              <a:rPr lang="en-US" altLang="de-DE" sz="800" err="1">
                <a:solidFill>
                  <a:schemeClr val="bg1"/>
                </a:solidFill>
                <a:latin typeface="Avenir Next Condensed" panose="020B0506020202020204" pitchFamily="34" charset="0"/>
              </a:rPr>
              <a:t>vorbehalten</a:t>
            </a:r>
            <a:r>
              <a:rPr lang="en-US" altLang="de-DE" sz="800">
                <a:solidFill>
                  <a:schemeClr val="bg1"/>
                </a:solidFill>
                <a:latin typeface="Avenir Next Condensed" panose="020B0506020202020204" pitchFamily="34" charset="0"/>
              </a:rPr>
              <a:t>, </a:t>
            </a:r>
            <a:r>
              <a:rPr lang="en-US" altLang="de-DE" sz="800" err="1">
                <a:solidFill>
                  <a:schemeClr val="bg1"/>
                </a:solidFill>
                <a:latin typeface="Avenir Next Condensed" panose="020B0506020202020204" pitchFamily="34" charset="0"/>
              </a:rPr>
              <a:t>auch</a:t>
            </a:r>
            <a:r>
              <a:rPr lang="en-US" altLang="de-DE" sz="800">
                <a:solidFill>
                  <a:schemeClr val="bg1"/>
                </a:solidFill>
                <a:latin typeface="Avenir Next Condensed" panose="020B0506020202020204" pitchFamily="34" charset="0"/>
              </a:rPr>
              <a:t> </a:t>
            </a:r>
            <a:r>
              <a:rPr lang="en-US" altLang="de-DE" sz="800" err="1">
                <a:solidFill>
                  <a:schemeClr val="bg1"/>
                </a:solidFill>
                <a:latin typeface="Avenir Next Condensed" panose="020B0506020202020204" pitchFamily="34" charset="0"/>
              </a:rPr>
              <a:t>hinsichtlich</a:t>
            </a:r>
            <a:r>
              <a:rPr lang="en-US" altLang="de-DE" sz="800">
                <a:solidFill>
                  <a:schemeClr val="bg1"/>
                </a:solidFill>
                <a:latin typeface="Avenir Next Condensed" panose="020B0506020202020204" pitchFamily="34" charset="0"/>
              </a:rPr>
              <a:t> </a:t>
            </a:r>
            <a:r>
              <a:rPr lang="en-US" altLang="de-DE" sz="800" err="1">
                <a:solidFill>
                  <a:schemeClr val="bg1"/>
                </a:solidFill>
                <a:latin typeface="Avenir Next Condensed" panose="020B0506020202020204" pitchFamily="34" charset="0"/>
              </a:rPr>
              <a:t>jeder</a:t>
            </a:r>
            <a:r>
              <a:rPr lang="en-US" altLang="de-DE" sz="800">
                <a:solidFill>
                  <a:schemeClr val="bg1"/>
                </a:solidFill>
                <a:latin typeface="Avenir Next Condensed" panose="020B0506020202020204" pitchFamily="34" charset="0"/>
              </a:rPr>
              <a:t> </a:t>
            </a:r>
            <a:r>
              <a:rPr lang="en-US" altLang="de-DE" sz="800" err="1">
                <a:solidFill>
                  <a:schemeClr val="bg1"/>
                </a:solidFill>
                <a:latin typeface="Avenir Next Condensed" panose="020B0506020202020204" pitchFamily="34" charset="0"/>
              </a:rPr>
              <a:t>Regelung</a:t>
            </a:r>
            <a:r>
              <a:rPr lang="en-US" altLang="de-DE" sz="800">
                <a:solidFill>
                  <a:schemeClr val="bg1"/>
                </a:solidFill>
                <a:latin typeface="Avenir Next Condensed" panose="020B0506020202020204" pitchFamily="34" charset="0"/>
              </a:rPr>
              <a:t>, </a:t>
            </a:r>
            <a:r>
              <a:rPr lang="en-US" altLang="de-DE" sz="800" err="1">
                <a:solidFill>
                  <a:schemeClr val="bg1"/>
                </a:solidFill>
                <a:latin typeface="Avenir Next Condensed" panose="020B0506020202020204" pitchFamily="34" charset="0"/>
              </a:rPr>
              <a:t>Anwendung</a:t>
            </a:r>
            <a:r>
              <a:rPr lang="en-US" altLang="de-DE" sz="800">
                <a:solidFill>
                  <a:schemeClr val="bg1"/>
                </a:solidFill>
                <a:latin typeface="Avenir Next Condensed" panose="020B0506020202020204" pitchFamily="34" charset="0"/>
              </a:rPr>
              <a:t>, </a:t>
            </a:r>
            <a:r>
              <a:rPr lang="en-US" altLang="de-DE" sz="800" err="1">
                <a:solidFill>
                  <a:schemeClr val="bg1"/>
                </a:solidFill>
                <a:latin typeface="Avenir Next Condensed" panose="020B0506020202020204" pitchFamily="34" charset="0"/>
              </a:rPr>
              <a:t>Vervielfältigung</a:t>
            </a:r>
            <a:r>
              <a:rPr lang="en-US" altLang="de-DE" sz="800">
                <a:solidFill>
                  <a:schemeClr val="bg1"/>
                </a:solidFill>
                <a:latin typeface="Avenir Next Condensed" panose="020B0506020202020204" pitchFamily="34" charset="0"/>
              </a:rPr>
              <a:t>, </a:t>
            </a:r>
            <a:r>
              <a:rPr lang="en-US" altLang="de-DE" sz="800" err="1">
                <a:solidFill>
                  <a:schemeClr val="bg1"/>
                </a:solidFill>
                <a:latin typeface="Avenir Next Condensed" panose="020B0506020202020204" pitchFamily="34" charset="0"/>
              </a:rPr>
              <a:t>Bearbeitung</a:t>
            </a:r>
            <a:r>
              <a:rPr lang="en-US" altLang="de-DE" sz="800">
                <a:solidFill>
                  <a:schemeClr val="bg1"/>
                </a:solidFill>
                <a:latin typeface="Avenir Next Condensed" panose="020B0506020202020204" pitchFamily="34" charset="0"/>
              </a:rPr>
              <a:t>, </a:t>
            </a:r>
            <a:r>
              <a:rPr lang="en-US" altLang="de-DE" sz="800" err="1">
                <a:solidFill>
                  <a:schemeClr val="bg1"/>
                </a:solidFill>
                <a:latin typeface="Avenir Next Condensed" panose="020B0506020202020204" pitchFamily="34" charset="0"/>
              </a:rPr>
              <a:t>Weitergabe</a:t>
            </a:r>
            <a:r>
              <a:rPr lang="en-US" altLang="de-DE" sz="800">
                <a:solidFill>
                  <a:schemeClr val="bg1"/>
                </a:solidFill>
                <a:latin typeface="Avenir Next Condensed" panose="020B0506020202020204" pitchFamily="34" charset="0"/>
              </a:rPr>
              <a:t> </a:t>
            </a:r>
            <a:r>
              <a:rPr lang="en-US" altLang="de-DE" sz="800" err="1">
                <a:solidFill>
                  <a:schemeClr val="bg1"/>
                </a:solidFill>
                <a:latin typeface="Avenir Next Condensed" panose="020B0506020202020204" pitchFamily="34" charset="0"/>
              </a:rPr>
              <a:t>sowie</a:t>
            </a:r>
            <a:r>
              <a:rPr lang="en-US" altLang="de-DE" sz="800">
                <a:solidFill>
                  <a:schemeClr val="bg1"/>
                </a:solidFill>
                <a:latin typeface="Avenir Next Condensed" panose="020B0506020202020204" pitchFamily="34" charset="0"/>
              </a:rPr>
              <a:t> für den Fall der </a:t>
            </a:r>
            <a:r>
              <a:rPr lang="en-US" altLang="de-DE" sz="800" err="1">
                <a:solidFill>
                  <a:schemeClr val="bg1"/>
                </a:solidFill>
                <a:latin typeface="Avenir Next Condensed" panose="020B0506020202020204" pitchFamily="34" charset="0"/>
              </a:rPr>
              <a:t>Geltendmachung</a:t>
            </a:r>
            <a:r>
              <a:rPr lang="en-US" altLang="de-DE" sz="800">
                <a:solidFill>
                  <a:schemeClr val="bg1"/>
                </a:solidFill>
                <a:latin typeface="Avenir Next Condensed" panose="020B0506020202020204" pitchFamily="34" charset="0"/>
              </a:rPr>
              <a:t> </a:t>
            </a:r>
            <a:r>
              <a:rPr lang="en-US" altLang="de-DE" sz="800" err="1">
                <a:solidFill>
                  <a:schemeClr val="bg1"/>
                </a:solidFill>
                <a:latin typeface="Avenir Next Condensed" panose="020B0506020202020204" pitchFamily="34" charset="0"/>
              </a:rPr>
              <a:t>eines</a:t>
            </a:r>
            <a:r>
              <a:rPr lang="en-US" altLang="de-DE" sz="800">
                <a:solidFill>
                  <a:schemeClr val="bg1"/>
                </a:solidFill>
                <a:latin typeface="Avenir Next Condensed" panose="020B0506020202020204" pitchFamily="34" charset="0"/>
              </a:rPr>
              <a:t> </a:t>
            </a:r>
            <a:r>
              <a:rPr lang="en-US" altLang="de-DE" sz="800" err="1">
                <a:solidFill>
                  <a:schemeClr val="bg1"/>
                </a:solidFill>
                <a:latin typeface="Avenir Next Condensed" panose="020B0506020202020204" pitchFamily="34" charset="0"/>
              </a:rPr>
              <a:t>Schutzrechtes</a:t>
            </a:r>
            <a:r>
              <a:rPr lang="en-US" altLang="de-DE" sz="800">
                <a:solidFill>
                  <a:schemeClr val="bg1"/>
                </a:solidFill>
                <a:latin typeface="Avenir Next Condensed" panose="020B0506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4101758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ressum +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04E1B2DD-4BBF-F24F-8AB8-86F327AFE268}"/>
              </a:ext>
            </a:extLst>
          </p:cNvPr>
          <p:cNvSpPr/>
          <p:nvPr userDrawn="1"/>
        </p:nvSpPr>
        <p:spPr>
          <a:xfrm>
            <a:off x="281354" y="4220308"/>
            <a:ext cx="11642289" cy="2409799"/>
          </a:xfrm>
          <a:prstGeom prst="roundRect">
            <a:avLst/>
          </a:prstGeom>
          <a:gradFill>
            <a:gsLst>
              <a:gs pos="95000">
                <a:srgbClr val="FF4200"/>
              </a:gs>
              <a:gs pos="0">
                <a:srgbClr val="FF9D0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6870C5C-8CBF-424E-ABC2-B885FED22329}"/>
              </a:ext>
            </a:extLst>
          </p:cNvPr>
          <p:cNvSpPr txBox="1"/>
          <p:nvPr userDrawn="1"/>
        </p:nvSpPr>
        <p:spPr>
          <a:xfrm>
            <a:off x="856521" y="4504560"/>
            <a:ext cx="3101442" cy="1277273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r>
              <a:rPr lang="de-DE" sz="1000" b="0" i="0">
                <a:solidFill>
                  <a:schemeClr val="bg1"/>
                </a:solidFill>
                <a:latin typeface="Avenir LT Std 35 Light" panose="020B0402020203020204" pitchFamily="34" charset="0"/>
              </a:rPr>
              <a:t>Global Brand </a:t>
            </a:r>
            <a:r>
              <a:rPr lang="de-DE" sz="1000" b="0" i="0" err="1">
                <a:solidFill>
                  <a:schemeClr val="bg1"/>
                </a:solidFill>
                <a:latin typeface="Avenir LT Std 35 Light" panose="020B0402020203020204" pitchFamily="34" charset="0"/>
              </a:rPr>
              <a:t>Concepts</a:t>
            </a:r>
            <a:r>
              <a:rPr lang="de-DE" sz="1000" b="0" i="0">
                <a:solidFill>
                  <a:schemeClr val="bg1"/>
                </a:solidFill>
                <a:latin typeface="Avenir LT Std 35 Light" panose="020B0402020203020204" pitchFamily="34" charset="0"/>
              </a:rPr>
              <a:t> GmbH</a:t>
            </a:r>
          </a:p>
          <a:p>
            <a:r>
              <a:rPr lang="de-DE" sz="1000" b="0" i="0">
                <a:solidFill>
                  <a:schemeClr val="bg1"/>
                </a:solidFill>
                <a:latin typeface="Avenir LT Std 35 Light" panose="020B0402020203020204" pitchFamily="34" charset="0"/>
              </a:rPr>
              <a:t>Rudolf-Diesel-Str. 3</a:t>
            </a:r>
          </a:p>
          <a:p>
            <a:r>
              <a:rPr lang="de-DE" sz="1000" b="0" i="0">
                <a:solidFill>
                  <a:schemeClr val="bg1"/>
                </a:solidFill>
                <a:latin typeface="Avenir LT Std 35 Light" panose="020B0402020203020204" pitchFamily="34" charset="0"/>
              </a:rPr>
              <a:t>67590 Monsheim / Germany</a:t>
            </a:r>
          </a:p>
          <a:p>
            <a:endParaRPr lang="de-DE" sz="1000" b="0" i="0">
              <a:solidFill>
                <a:schemeClr val="bg1"/>
              </a:solidFill>
              <a:latin typeface="Avenir LT Std 35 Light" panose="020B0402020203020204" pitchFamily="34" charset="0"/>
            </a:endParaRPr>
          </a:p>
          <a:p>
            <a:r>
              <a:rPr lang="de-DE" sz="1000" b="0" i="0">
                <a:solidFill>
                  <a:schemeClr val="bg1"/>
                </a:solidFill>
                <a:latin typeface="Avenir LT Std 35 Light" panose="020B0402020203020204" pitchFamily="34" charset="0"/>
              </a:rPr>
              <a:t>T  +49 6243 4576 0</a:t>
            </a:r>
          </a:p>
          <a:p>
            <a:r>
              <a:rPr lang="de-DE" sz="1000" b="0" i="0">
                <a:solidFill>
                  <a:schemeClr val="bg1"/>
                </a:solidFill>
                <a:latin typeface="Avenir LT Std 35 Light" panose="020B0402020203020204" pitchFamily="34" charset="0"/>
              </a:rPr>
              <a:t>E  </a:t>
            </a:r>
            <a:r>
              <a:rPr lang="de-DE" sz="1000" b="0" i="0" u="none">
                <a:solidFill>
                  <a:schemeClr val="bg1"/>
                </a:solidFill>
                <a:effectLst/>
                <a:latin typeface="Avenir LT Std 35 Light" panose="020B0402020203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info@g-b-c.de</a:t>
            </a:r>
            <a:endParaRPr lang="de-DE" sz="1000" b="0" i="0" u="none">
              <a:solidFill>
                <a:schemeClr val="bg1"/>
              </a:solidFill>
              <a:effectLst/>
              <a:latin typeface="Avenir LT Std 35 Light" panose="020B0402020203020204" pitchFamily="34" charset="0"/>
            </a:endParaRPr>
          </a:p>
          <a:p>
            <a:endParaRPr lang="de-DE" sz="1000" b="0" i="0">
              <a:solidFill>
                <a:schemeClr val="bg1"/>
              </a:solidFill>
              <a:latin typeface="Avenir LT Std 35 Light" panose="020B0402020203020204" pitchFamily="34" charset="0"/>
            </a:endParaRPr>
          </a:p>
          <a:p>
            <a:r>
              <a:rPr lang="de-DE" sz="1000" b="0" i="0">
                <a:solidFill>
                  <a:schemeClr val="bg1"/>
                </a:solidFill>
                <a:latin typeface="Avenir LT Std 35 Light" panose="020B0402020203020204" pitchFamily="34" charset="0"/>
              </a:rPr>
              <a:t>global-brand-</a:t>
            </a:r>
            <a:r>
              <a:rPr lang="de-DE" sz="1000" b="0" i="0" err="1">
                <a:solidFill>
                  <a:schemeClr val="bg1"/>
                </a:solidFill>
                <a:latin typeface="Avenir LT Std 35 Light" panose="020B0402020203020204" pitchFamily="34" charset="0"/>
              </a:rPr>
              <a:t>concepts.com</a:t>
            </a:r>
            <a:endParaRPr lang="de-DE" sz="1000" b="0" i="0">
              <a:solidFill>
                <a:schemeClr val="bg1"/>
              </a:solidFill>
              <a:latin typeface="Avenir LT Std 35 Light" panose="020B0402020203020204" pitchFamily="34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4ED2E50-2F26-E145-991E-61DC400C2D59}"/>
              </a:ext>
            </a:extLst>
          </p:cNvPr>
          <p:cNvSpPr txBox="1"/>
          <p:nvPr userDrawn="1"/>
        </p:nvSpPr>
        <p:spPr>
          <a:xfrm>
            <a:off x="749004" y="6078754"/>
            <a:ext cx="95769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de-DE" sz="800" dirty="0">
                <a:solidFill>
                  <a:schemeClr val="bg1"/>
                </a:solidFill>
                <a:latin typeface="Avenir Next Condensed" panose="020B0506020202020204" pitchFamily="34" charset="0"/>
              </a:rPr>
              <a:t>© Global Brand Concepts GmbH 2026 Confidential. All rights reserved, also regarding every regulation, application, reproduction, handling, passing on as well as for the case of an application of a protective right.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de-DE" sz="800" dirty="0">
                <a:solidFill>
                  <a:schemeClr val="bg1"/>
                </a:solidFill>
                <a:latin typeface="Avenir Next Condensed" panose="020B0506020202020204" pitchFamily="34" charset="0"/>
              </a:rPr>
              <a:t>© Global Brand Concepts GmbH 2026 </a:t>
            </a:r>
            <a:r>
              <a:rPr lang="en-US" altLang="de-DE" sz="800" dirty="0" err="1">
                <a:solidFill>
                  <a:schemeClr val="bg1"/>
                </a:solidFill>
                <a:latin typeface="Avenir Next Condensed" panose="020B0506020202020204" pitchFamily="34" charset="0"/>
              </a:rPr>
              <a:t>Vertraulich</a:t>
            </a:r>
            <a:r>
              <a:rPr lang="en-US" altLang="de-DE" sz="800" dirty="0">
                <a:solidFill>
                  <a:schemeClr val="bg1"/>
                </a:solidFill>
                <a:latin typeface="Avenir Next Condensed" panose="020B0506020202020204" pitchFamily="34" charset="0"/>
              </a:rPr>
              <a:t>. Alle Rechte </a:t>
            </a:r>
            <a:r>
              <a:rPr lang="en-US" altLang="de-DE" sz="800" dirty="0" err="1">
                <a:solidFill>
                  <a:schemeClr val="bg1"/>
                </a:solidFill>
                <a:latin typeface="Avenir Next Condensed" panose="020B0506020202020204" pitchFamily="34" charset="0"/>
              </a:rPr>
              <a:t>vorbehalten</a:t>
            </a:r>
            <a:r>
              <a:rPr lang="en-US" altLang="de-DE" sz="800" dirty="0">
                <a:solidFill>
                  <a:schemeClr val="bg1"/>
                </a:solidFill>
                <a:latin typeface="Avenir Next Condensed" panose="020B0506020202020204" pitchFamily="34" charset="0"/>
              </a:rPr>
              <a:t>, </a:t>
            </a:r>
            <a:r>
              <a:rPr lang="en-US" altLang="de-DE" sz="800" dirty="0" err="1">
                <a:solidFill>
                  <a:schemeClr val="bg1"/>
                </a:solidFill>
                <a:latin typeface="Avenir Next Condensed" panose="020B0506020202020204" pitchFamily="34" charset="0"/>
              </a:rPr>
              <a:t>auch</a:t>
            </a:r>
            <a:r>
              <a:rPr lang="en-US" altLang="de-DE" sz="800" dirty="0">
                <a:solidFill>
                  <a:schemeClr val="bg1"/>
                </a:solidFill>
                <a:latin typeface="Avenir Next Condensed" panose="020B0506020202020204" pitchFamily="34" charset="0"/>
              </a:rPr>
              <a:t> </a:t>
            </a:r>
            <a:r>
              <a:rPr lang="en-US" altLang="de-DE" sz="800" dirty="0" err="1">
                <a:solidFill>
                  <a:schemeClr val="bg1"/>
                </a:solidFill>
                <a:latin typeface="Avenir Next Condensed" panose="020B0506020202020204" pitchFamily="34" charset="0"/>
              </a:rPr>
              <a:t>hinsichtlich</a:t>
            </a:r>
            <a:r>
              <a:rPr lang="en-US" altLang="de-DE" sz="800" dirty="0">
                <a:solidFill>
                  <a:schemeClr val="bg1"/>
                </a:solidFill>
                <a:latin typeface="Avenir Next Condensed" panose="020B0506020202020204" pitchFamily="34" charset="0"/>
              </a:rPr>
              <a:t> </a:t>
            </a:r>
            <a:r>
              <a:rPr lang="en-US" altLang="de-DE" sz="800" dirty="0" err="1">
                <a:solidFill>
                  <a:schemeClr val="bg1"/>
                </a:solidFill>
                <a:latin typeface="Avenir Next Condensed" panose="020B0506020202020204" pitchFamily="34" charset="0"/>
              </a:rPr>
              <a:t>jeder</a:t>
            </a:r>
            <a:r>
              <a:rPr lang="en-US" altLang="de-DE" sz="800" dirty="0">
                <a:solidFill>
                  <a:schemeClr val="bg1"/>
                </a:solidFill>
                <a:latin typeface="Avenir Next Condensed" panose="020B0506020202020204" pitchFamily="34" charset="0"/>
              </a:rPr>
              <a:t> </a:t>
            </a:r>
            <a:r>
              <a:rPr lang="en-US" altLang="de-DE" sz="800" dirty="0" err="1">
                <a:solidFill>
                  <a:schemeClr val="bg1"/>
                </a:solidFill>
                <a:latin typeface="Avenir Next Condensed" panose="020B0506020202020204" pitchFamily="34" charset="0"/>
              </a:rPr>
              <a:t>Regelung</a:t>
            </a:r>
            <a:r>
              <a:rPr lang="en-US" altLang="de-DE" sz="800" dirty="0">
                <a:solidFill>
                  <a:schemeClr val="bg1"/>
                </a:solidFill>
                <a:latin typeface="Avenir Next Condensed" panose="020B0506020202020204" pitchFamily="34" charset="0"/>
              </a:rPr>
              <a:t>, </a:t>
            </a:r>
            <a:r>
              <a:rPr lang="en-US" altLang="de-DE" sz="800" dirty="0" err="1">
                <a:solidFill>
                  <a:schemeClr val="bg1"/>
                </a:solidFill>
                <a:latin typeface="Avenir Next Condensed" panose="020B0506020202020204" pitchFamily="34" charset="0"/>
              </a:rPr>
              <a:t>Anwendung</a:t>
            </a:r>
            <a:r>
              <a:rPr lang="en-US" altLang="de-DE" sz="800" dirty="0">
                <a:solidFill>
                  <a:schemeClr val="bg1"/>
                </a:solidFill>
                <a:latin typeface="Avenir Next Condensed" panose="020B0506020202020204" pitchFamily="34" charset="0"/>
              </a:rPr>
              <a:t>, </a:t>
            </a:r>
            <a:r>
              <a:rPr lang="en-US" altLang="de-DE" sz="800" dirty="0" err="1">
                <a:solidFill>
                  <a:schemeClr val="bg1"/>
                </a:solidFill>
                <a:latin typeface="Avenir Next Condensed" panose="020B0506020202020204" pitchFamily="34" charset="0"/>
              </a:rPr>
              <a:t>Vervielfältigung</a:t>
            </a:r>
            <a:r>
              <a:rPr lang="en-US" altLang="de-DE" sz="800" dirty="0">
                <a:solidFill>
                  <a:schemeClr val="bg1"/>
                </a:solidFill>
                <a:latin typeface="Avenir Next Condensed" panose="020B0506020202020204" pitchFamily="34" charset="0"/>
              </a:rPr>
              <a:t>, </a:t>
            </a:r>
            <a:r>
              <a:rPr lang="en-US" altLang="de-DE" sz="800" dirty="0" err="1">
                <a:solidFill>
                  <a:schemeClr val="bg1"/>
                </a:solidFill>
                <a:latin typeface="Avenir Next Condensed" panose="020B0506020202020204" pitchFamily="34" charset="0"/>
              </a:rPr>
              <a:t>Bearbeitung</a:t>
            </a:r>
            <a:r>
              <a:rPr lang="en-US" altLang="de-DE" sz="800" dirty="0">
                <a:solidFill>
                  <a:schemeClr val="bg1"/>
                </a:solidFill>
                <a:latin typeface="Avenir Next Condensed" panose="020B0506020202020204" pitchFamily="34" charset="0"/>
              </a:rPr>
              <a:t>, </a:t>
            </a:r>
            <a:r>
              <a:rPr lang="en-US" altLang="de-DE" sz="800" dirty="0" err="1">
                <a:solidFill>
                  <a:schemeClr val="bg1"/>
                </a:solidFill>
                <a:latin typeface="Avenir Next Condensed" panose="020B0506020202020204" pitchFamily="34" charset="0"/>
              </a:rPr>
              <a:t>Weitergabe</a:t>
            </a:r>
            <a:r>
              <a:rPr lang="en-US" altLang="de-DE" sz="800" dirty="0">
                <a:solidFill>
                  <a:schemeClr val="bg1"/>
                </a:solidFill>
                <a:latin typeface="Avenir Next Condensed" panose="020B0506020202020204" pitchFamily="34" charset="0"/>
              </a:rPr>
              <a:t> </a:t>
            </a:r>
            <a:r>
              <a:rPr lang="en-US" altLang="de-DE" sz="800" dirty="0" err="1">
                <a:solidFill>
                  <a:schemeClr val="bg1"/>
                </a:solidFill>
                <a:latin typeface="Avenir Next Condensed" panose="020B0506020202020204" pitchFamily="34" charset="0"/>
              </a:rPr>
              <a:t>sowie</a:t>
            </a:r>
            <a:r>
              <a:rPr lang="en-US" altLang="de-DE" sz="800" dirty="0">
                <a:solidFill>
                  <a:schemeClr val="bg1"/>
                </a:solidFill>
                <a:latin typeface="Avenir Next Condensed" panose="020B0506020202020204" pitchFamily="34" charset="0"/>
              </a:rPr>
              <a:t> für den Fall der </a:t>
            </a:r>
            <a:r>
              <a:rPr lang="en-US" altLang="de-DE" sz="800" dirty="0" err="1">
                <a:solidFill>
                  <a:schemeClr val="bg1"/>
                </a:solidFill>
                <a:latin typeface="Avenir Next Condensed" panose="020B0506020202020204" pitchFamily="34" charset="0"/>
              </a:rPr>
              <a:t>Geltendmachung</a:t>
            </a:r>
            <a:r>
              <a:rPr lang="en-US" altLang="de-DE" sz="800" dirty="0">
                <a:solidFill>
                  <a:schemeClr val="bg1"/>
                </a:solidFill>
                <a:latin typeface="Avenir Next Condensed" panose="020B0506020202020204" pitchFamily="34" charset="0"/>
              </a:rPr>
              <a:t> </a:t>
            </a:r>
            <a:r>
              <a:rPr lang="en-US" altLang="de-DE" sz="800" dirty="0" err="1">
                <a:solidFill>
                  <a:schemeClr val="bg1"/>
                </a:solidFill>
                <a:latin typeface="Avenir Next Condensed" panose="020B0506020202020204" pitchFamily="34" charset="0"/>
              </a:rPr>
              <a:t>eines</a:t>
            </a:r>
            <a:r>
              <a:rPr lang="en-US" altLang="de-DE" sz="800" dirty="0">
                <a:solidFill>
                  <a:schemeClr val="bg1"/>
                </a:solidFill>
                <a:latin typeface="Avenir Next Condensed" panose="020B0506020202020204" pitchFamily="34" charset="0"/>
              </a:rPr>
              <a:t> </a:t>
            </a:r>
            <a:r>
              <a:rPr lang="en-US" altLang="de-DE" sz="800" dirty="0" err="1">
                <a:solidFill>
                  <a:schemeClr val="bg1"/>
                </a:solidFill>
                <a:latin typeface="Avenir Next Condensed" panose="020B0506020202020204" pitchFamily="34" charset="0"/>
              </a:rPr>
              <a:t>Schutzrechtes</a:t>
            </a:r>
            <a:r>
              <a:rPr lang="en-US" altLang="de-DE" sz="800" dirty="0">
                <a:solidFill>
                  <a:schemeClr val="bg1"/>
                </a:solidFill>
                <a:latin typeface="Avenir Next Condensed" panose="020B0506020202020204" pitchFamily="34" charset="0"/>
              </a:rPr>
              <a:t>.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356828E-A7BD-C39D-A375-EAC99C46CD02}"/>
              </a:ext>
            </a:extLst>
          </p:cNvPr>
          <p:cNvSpPr txBox="1"/>
          <p:nvPr userDrawn="1"/>
        </p:nvSpPr>
        <p:spPr>
          <a:xfrm>
            <a:off x="772450" y="1076167"/>
            <a:ext cx="53704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>
                <a:latin typeface="All Round Gothic Medium" panose="020B0603020202020104" pitchFamily="34" charset="77"/>
              </a:rPr>
              <a:t>Info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DB487DD-DD16-FA59-EFBC-C0B2F48364D2}"/>
              </a:ext>
            </a:extLst>
          </p:cNvPr>
          <p:cNvSpPr txBox="1"/>
          <p:nvPr userDrawn="1"/>
        </p:nvSpPr>
        <p:spPr>
          <a:xfrm>
            <a:off x="772450" y="1793029"/>
            <a:ext cx="1076110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0" i="0">
                <a:solidFill>
                  <a:schemeClr val="tx1"/>
                </a:solidFill>
                <a:latin typeface="Avenir LT Std 35 Light" panose="020B0402020203020204" pitchFamily="34" charset="0"/>
              </a:rPr>
              <a:t>Bei den angebotenen Artikeln handelt es sich um Produktideen. </a:t>
            </a:r>
            <a:br>
              <a:rPr lang="de-DE" sz="1200" b="0" i="0">
                <a:solidFill>
                  <a:schemeClr val="tx1"/>
                </a:solidFill>
                <a:latin typeface="Avenir LT Std 35 Light" panose="020B0402020203020204" pitchFamily="34" charset="0"/>
              </a:rPr>
            </a:br>
            <a:r>
              <a:rPr lang="de-DE" sz="1200" b="0" i="0">
                <a:solidFill>
                  <a:schemeClr val="tx1"/>
                </a:solidFill>
                <a:latin typeface="Avenir LT Std 35 Light" panose="020B0402020203020204" pitchFamily="34" charset="0"/>
              </a:rPr>
              <a:t>Sollten Sie alternative Produktideen oder Produktergänzungen wünschen, </a:t>
            </a:r>
            <a:br>
              <a:rPr lang="de-DE" sz="1200" b="0" i="0">
                <a:solidFill>
                  <a:schemeClr val="tx1"/>
                </a:solidFill>
                <a:latin typeface="Avenir LT Std 35 Light" panose="020B0402020203020204" pitchFamily="34" charset="0"/>
              </a:rPr>
            </a:br>
            <a:r>
              <a:rPr lang="de-DE" sz="1200" b="0" i="0">
                <a:solidFill>
                  <a:schemeClr val="tx1"/>
                </a:solidFill>
                <a:latin typeface="Avenir LT Std 35 Light" panose="020B0402020203020204" pitchFamily="34" charset="0"/>
              </a:rPr>
              <a:t>sprechen Sie uns jederzeit und gerne an.</a:t>
            </a:r>
          </a:p>
          <a:p>
            <a:endParaRPr lang="de-DE" sz="1200" b="0" i="0">
              <a:solidFill>
                <a:schemeClr val="tx1"/>
              </a:solidFill>
              <a:latin typeface="Avenir LT Std 35 Light" panose="020B04020202030202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i="0">
                <a:solidFill>
                  <a:schemeClr val="tx1"/>
                </a:solidFill>
                <a:latin typeface="Avenir LT Std 35 Light" panose="020B0402020203020204" pitchFamily="34" charset="0"/>
              </a:rPr>
              <a:t>Die Preise verstehen sich netto, zzgl. der gesetzlichen MwSt., vorbehaltlich evtl. Materialpreisschwankungen. Wir weisen darauf hin, dass ein entsprechender Vertrag erst nach unserer ausdrücklichen schriftlichen Bestätigung zustande kommt. </a:t>
            </a:r>
            <a:br>
              <a:rPr lang="de-DE" sz="1200" b="0" i="0">
                <a:solidFill>
                  <a:schemeClr val="tx1"/>
                </a:solidFill>
                <a:latin typeface="Avenir LT Std 35 Light" panose="020B0402020203020204" pitchFamily="34" charset="0"/>
              </a:rPr>
            </a:br>
            <a:br>
              <a:rPr lang="de-DE" sz="1200" b="0" i="0">
                <a:solidFill>
                  <a:schemeClr val="tx1"/>
                </a:solidFill>
                <a:latin typeface="Avenir LT Std 35 Light" panose="020B0402020203020204" pitchFamily="34" charset="0"/>
              </a:rPr>
            </a:br>
            <a:r>
              <a:rPr lang="de-DE" sz="1200" b="0" i="0">
                <a:solidFill>
                  <a:schemeClr val="tx1"/>
                </a:solidFill>
                <a:latin typeface="Avenir LT Std 35 Light" panose="020B0402020203020204" pitchFamily="34" charset="0"/>
              </a:rPr>
              <a:t>Es gelten unsere allgemeinen Geschäftsbedingungen, welche Sie unter </a:t>
            </a:r>
            <a:r>
              <a:rPr lang="de-DE" sz="1200" b="0" i="0" err="1">
                <a:solidFill>
                  <a:schemeClr val="tx1"/>
                </a:solidFill>
                <a:latin typeface="Avenir LT Std 35 Light" panose="020B0402020203020204" pitchFamily="34" charset="0"/>
              </a:rPr>
              <a:t>www.global</a:t>
            </a:r>
            <a:r>
              <a:rPr lang="de-DE" sz="1200" b="0" i="0">
                <a:solidFill>
                  <a:schemeClr val="tx1"/>
                </a:solidFill>
                <a:latin typeface="Avenir LT Std 35 Light" panose="020B0402020203020204" pitchFamily="34" charset="0"/>
              </a:rPr>
              <a:t>-brand-</a:t>
            </a:r>
            <a:r>
              <a:rPr lang="de-DE" sz="1200" b="0" i="0" err="1">
                <a:solidFill>
                  <a:schemeClr val="tx1"/>
                </a:solidFill>
                <a:latin typeface="Avenir LT Std 35 Light" panose="020B0402020203020204" pitchFamily="34" charset="0"/>
              </a:rPr>
              <a:t>concepts.com</a:t>
            </a:r>
            <a:r>
              <a:rPr lang="de-DE" sz="1200" b="0" i="0">
                <a:solidFill>
                  <a:schemeClr val="tx1"/>
                </a:solidFill>
                <a:latin typeface="Avenir LT Std 35 Light" panose="020B0402020203020204" pitchFamily="34" charset="0"/>
              </a:rPr>
              <a:t> abrufen können.</a:t>
            </a:r>
          </a:p>
          <a:p>
            <a:endParaRPr lang="de-DE" sz="1200" b="0" i="0">
              <a:solidFill>
                <a:schemeClr val="tx1"/>
              </a:solidFill>
              <a:latin typeface="Avenir LT Std 35 Light" panose="020B0402020203020204" pitchFamily="34" charset="0"/>
            </a:endParaRPr>
          </a:p>
          <a:p>
            <a:r>
              <a:rPr lang="de-DE" sz="1200" b="0" i="0">
                <a:solidFill>
                  <a:schemeClr val="tx1"/>
                </a:solidFill>
                <a:latin typeface="Avenir LT Std 35 Light" panose="020B0402020203020204" pitchFamily="34" charset="0"/>
              </a:rPr>
              <a:t>Ihr Team von Global Brand </a:t>
            </a:r>
            <a:r>
              <a:rPr lang="de-DE" sz="1200" b="0" i="0" err="1">
                <a:solidFill>
                  <a:schemeClr val="tx1"/>
                </a:solidFill>
                <a:latin typeface="Avenir LT Std 35 Light" panose="020B0402020203020204" pitchFamily="34" charset="0"/>
              </a:rPr>
              <a:t>Concepts</a:t>
            </a:r>
            <a:endParaRPr lang="de-DE" sz="1200" b="0" i="0">
              <a:solidFill>
                <a:schemeClr val="tx1"/>
              </a:solidFill>
              <a:latin typeface="Avenir LT Std 35 Light" panose="020B0402020203020204" pitchFamily="34" charset="0"/>
            </a:endParaRPr>
          </a:p>
          <a:p>
            <a:endParaRPr lang="de-DE" sz="1200"/>
          </a:p>
        </p:txBody>
      </p:sp>
    </p:spTree>
    <p:extLst>
      <p:ext uri="{BB962C8B-B14F-4D97-AF65-F5344CB8AC3E}">
        <p14:creationId xmlns:p14="http://schemas.microsoft.com/office/powerpoint/2010/main" val="139657427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pressum +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967909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usschreibung-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731F4F3-91BA-0455-6603-08E3D965CF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94985" y="1690132"/>
            <a:ext cx="2497015" cy="4979342"/>
          </a:xfrm>
          <a:prstGeom prst="rect">
            <a:avLst/>
          </a:prstGeom>
        </p:spPr>
      </p:pic>
      <p:pic>
        <p:nvPicPr>
          <p:cNvPr id="3" name="Grafik 2" descr="Ein Bild, das Kreis, Grafiken, orange, Bernstein enthält.&#10;&#10;KI-generierte Inhalte können fehlerhaft sein.">
            <a:extLst>
              <a:ext uri="{FF2B5EF4-FFF2-40B4-BE49-F238E27FC236}">
                <a16:creationId xmlns:a16="http://schemas.microsoft.com/office/drawing/2014/main" id="{65560503-4ECE-C3F7-3B24-FC233B59D1B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82422" y="269958"/>
            <a:ext cx="539578" cy="539578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30F0643-D047-1D4C-DA68-66DA9DD753B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2450" y="99216"/>
            <a:ext cx="5370441" cy="1477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Avenir LT Std 35 Light" panose="020B0402020203020204" pitchFamily="34" charset="0"/>
              </a:defRPr>
            </a:lvl1pPr>
          </a:lstStyle>
          <a:p>
            <a:pPr lvl="0"/>
            <a:r>
              <a:rPr lang="de-DE"/>
              <a:t>Info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05AD12D-41CE-4170-1A4F-106CE701A395}"/>
              </a:ext>
            </a:extLst>
          </p:cNvPr>
          <p:cNvSpPr txBox="1"/>
          <p:nvPr userDrawn="1"/>
        </p:nvSpPr>
        <p:spPr>
          <a:xfrm>
            <a:off x="772449" y="1089754"/>
            <a:ext cx="37256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0" i="0" dirty="0">
                <a:latin typeface="All Round Gothic Medium" panose="020B0603020202020104" pitchFamily="34" charset="77"/>
              </a:rPr>
              <a:t>Agenda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1D57C3CC-2795-94A1-931E-222265E90457}"/>
              </a:ext>
            </a:extLst>
          </p:cNvPr>
          <p:cNvSpPr txBox="1"/>
          <p:nvPr userDrawn="1"/>
        </p:nvSpPr>
        <p:spPr>
          <a:xfrm>
            <a:off x="1068572" y="41785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76669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 descr="Ein Bild, das Kreis, Grafiken, orange, Bernstein enthält.&#10;&#10;KI-generierte Inhalte können fehlerhaft sein.">
            <a:extLst>
              <a:ext uri="{FF2B5EF4-FFF2-40B4-BE49-F238E27FC236}">
                <a16:creationId xmlns:a16="http://schemas.microsoft.com/office/drawing/2014/main" id="{1FAE0779-A0E5-D5B3-ED53-B84E0A591435}"/>
              </a:ext>
            </a:extLst>
          </p:cNvPr>
          <p:cNvPicPr>
            <a:picLocks noChangeAspect="1"/>
          </p:cNvPicPr>
          <p:nvPr userDrawn="1"/>
        </p:nvPicPr>
        <p:blipFill>
          <a:blip r:embed="rId37"/>
          <a:stretch>
            <a:fillRect/>
          </a:stretch>
        </p:blipFill>
        <p:spPr>
          <a:xfrm>
            <a:off x="11382422" y="269958"/>
            <a:ext cx="539578" cy="539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651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91" r:id="rId2"/>
    <p:sldLayoutId id="2147483679" r:id="rId3"/>
    <p:sldLayoutId id="2147483695" r:id="rId4"/>
    <p:sldLayoutId id="2147483649" r:id="rId5"/>
    <p:sldLayoutId id="2147483694" r:id="rId6"/>
    <p:sldLayoutId id="2147483661" r:id="rId7"/>
    <p:sldLayoutId id="2147483681" r:id="rId8"/>
    <p:sldLayoutId id="2147483692" r:id="rId9"/>
    <p:sldLayoutId id="2147483696" r:id="rId10"/>
    <p:sldLayoutId id="2147483693" r:id="rId11"/>
    <p:sldLayoutId id="2147483680" r:id="rId12"/>
    <p:sldLayoutId id="2147483699" r:id="rId13"/>
    <p:sldLayoutId id="2147483660" r:id="rId14"/>
    <p:sldLayoutId id="2147483700" r:id="rId15"/>
    <p:sldLayoutId id="2147483662" r:id="rId16"/>
    <p:sldLayoutId id="2147483698" r:id="rId17"/>
    <p:sldLayoutId id="2147483667" r:id="rId18"/>
    <p:sldLayoutId id="2147483669" r:id="rId19"/>
    <p:sldLayoutId id="2147483668" r:id="rId20"/>
    <p:sldLayoutId id="2147483689" r:id="rId21"/>
    <p:sldLayoutId id="2147483670" r:id="rId22"/>
    <p:sldLayoutId id="2147483690" r:id="rId23"/>
    <p:sldLayoutId id="2147483685" r:id="rId24"/>
    <p:sldLayoutId id="2147483686" r:id="rId25"/>
    <p:sldLayoutId id="2147483676" r:id="rId26"/>
    <p:sldLayoutId id="2147483675" r:id="rId27"/>
    <p:sldLayoutId id="2147483673" r:id="rId28"/>
    <p:sldLayoutId id="2147483674" r:id="rId29"/>
    <p:sldLayoutId id="2147483664" r:id="rId30"/>
    <p:sldLayoutId id="2147483688" r:id="rId31"/>
    <p:sldLayoutId id="2147483682" r:id="rId32"/>
    <p:sldLayoutId id="2147483678" r:id="rId33"/>
    <p:sldLayoutId id="2147483701" r:id="rId34"/>
    <p:sldLayoutId id="2147483702" r:id="rId3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000" b="0" i="0" kern="1200">
          <a:solidFill>
            <a:schemeClr val="tx1"/>
          </a:solidFill>
          <a:latin typeface="Avenir LT Std 35 Light" panose="020B0402020203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C7EE1AC5-52CD-38E5-9A47-70622A4CE6EA}"/>
              </a:ext>
            </a:extLst>
          </p:cNvPr>
          <p:cNvSpPr txBox="1"/>
          <p:nvPr/>
        </p:nvSpPr>
        <p:spPr>
          <a:xfrm>
            <a:off x="967314" y="4736619"/>
            <a:ext cx="719194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500" dirty="0">
                <a:solidFill>
                  <a:schemeClr val="bg1"/>
                </a:solidFill>
                <a:latin typeface="All Round Gothic Medium" panose="020B0603020202020104" pitchFamily="34" charset="77"/>
              </a:rPr>
              <a:t>Präsentationstitel</a:t>
            </a:r>
          </a:p>
        </p:txBody>
      </p:sp>
      <p:sp>
        <p:nvSpPr>
          <p:cNvPr id="4" name="Textplatzhalter 13">
            <a:extLst>
              <a:ext uri="{FF2B5EF4-FFF2-40B4-BE49-F238E27FC236}">
                <a16:creationId xmlns:a16="http://schemas.microsoft.com/office/drawing/2014/main" id="{C4006A35-F679-143C-3813-28CDDC31A144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967314" y="5709181"/>
            <a:ext cx="7379517" cy="739704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FF4200"/>
              </a:buClr>
              <a:buFont typeface="Wingdings" pitchFamily="2" charset="2"/>
              <a:buNone/>
              <a:defRPr sz="1800" b="0" i="0">
                <a:solidFill>
                  <a:schemeClr val="bg1"/>
                </a:solidFill>
                <a:latin typeface="Avenir LT Std 35 Light" panose="020B0402020203020204" pitchFamily="34" charset="0"/>
              </a:defRPr>
            </a:lvl1pPr>
            <a:lvl2pPr>
              <a:defRPr b="0" i="0">
                <a:latin typeface="Avenir LT Std 35 Light" panose="020B0402020203020204" pitchFamily="34" charset="0"/>
              </a:defRPr>
            </a:lvl2pPr>
            <a:lvl3pPr>
              <a:defRPr b="0" i="0">
                <a:latin typeface="Avenir LT Std 35 Light" panose="020B0402020203020204" pitchFamily="34" charset="0"/>
              </a:defRPr>
            </a:lvl3pPr>
            <a:lvl4pPr>
              <a:defRPr b="0" i="0">
                <a:latin typeface="Avenir LT Std 35 Light" panose="020B0402020203020204" pitchFamily="34" charset="0"/>
              </a:defRPr>
            </a:lvl4pPr>
            <a:lvl5pPr>
              <a:defRPr b="0" i="0">
                <a:latin typeface="Avenir LT Std 35 Light" panose="020B0402020203020204" pitchFamily="34" charset="0"/>
              </a:defRPr>
            </a:lvl5pPr>
          </a:lstStyle>
          <a:p>
            <a:pPr lvl="0"/>
            <a:r>
              <a:rPr lang="de-DE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3411983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ECB6C-6B2F-9CCC-66D2-A5A465D36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883210C0-8F42-2007-655C-611FB2BDE90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404DCAD7-E693-9B2A-ED9F-09FE067A1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43F1AF54-134C-0FF2-A0E9-5164B77D93D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171FA82C-E7AB-0A1B-D523-64760F6208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>
            <a:normAutofit/>
          </a:bodyPr>
          <a:lstStyle/>
          <a:p>
            <a:br>
              <a:rPr lang="de-DE" dirty="0"/>
            </a:br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B9BFCA5E-446D-092F-A673-AAF5FBC7E4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6543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45552-D912-45B9-7778-3A58436A4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8329A1CD-97F9-D0E3-B0A9-E37B2D97D6FD}"/>
              </a:ext>
            </a:extLst>
          </p:cNvPr>
          <p:cNvSpPr txBox="1"/>
          <p:nvPr/>
        </p:nvSpPr>
        <p:spPr>
          <a:xfrm>
            <a:off x="967314" y="4736619"/>
            <a:ext cx="719194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500" dirty="0">
                <a:solidFill>
                  <a:schemeClr val="bg1"/>
                </a:solidFill>
                <a:latin typeface="All Round Gothic Medium" panose="020B0603020202020104" pitchFamily="34" charset="77"/>
              </a:rPr>
              <a:t>Kapitel-Zwischenfolie</a:t>
            </a:r>
          </a:p>
        </p:txBody>
      </p:sp>
      <p:sp>
        <p:nvSpPr>
          <p:cNvPr id="4" name="Textplatzhalter 13">
            <a:extLst>
              <a:ext uri="{FF2B5EF4-FFF2-40B4-BE49-F238E27FC236}">
                <a16:creationId xmlns:a16="http://schemas.microsoft.com/office/drawing/2014/main" id="{AD0B2DD9-27CC-93AE-09E1-6E7357AAE3D6}"/>
              </a:ext>
            </a:extLst>
          </p:cNvPr>
          <p:cNvSpPr txBox="1">
            <a:spLocks/>
          </p:cNvSpPr>
          <p:nvPr/>
        </p:nvSpPr>
        <p:spPr>
          <a:xfrm>
            <a:off x="967314" y="5709181"/>
            <a:ext cx="7379517" cy="7397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F4200"/>
              </a:buClr>
              <a:buFont typeface="Wingdings" pitchFamily="2" charset="2"/>
              <a:buNone/>
              <a:defRPr sz="1800" b="0" i="0" kern="1200">
                <a:solidFill>
                  <a:schemeClr val="bg1"/>
                </a:solidFill>
                <a:latin typeface="Avenir LT Std 35 Light" panose="020B04020202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Avenir LT Std 35 Light" panose="020B04020202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Avenir LT Std 35 Light" panose="020B04020202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venir LT Std 35 Light" panose="020B04020202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venir LT Std 35 Light" panose="020B04020202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179028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F7DE2-C0A5-CF19-0A92-CBEAE7484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1BCEFB25-F220-5CAF-4800-49477190D65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0D3196DD-3185-53ED-48FD-C59A20AAE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84C335-0DC0-98AA-7EF2-7E5816DEB6B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FBFFCC0-3C48-87F9-926D-6BC6D36F20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>
            <a:normAutofit/>
          </a:bodyPr>
          <a:lstStyle/>
          <a:p>
            <a:br>
              <a:rPr lang="de-DE" dirty="0"/>
            </a:br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CA25F425-EE04-F36B-A7A6-DEB550208BE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Textplatzhalter 9">
            <a:extLst>
              <a:ext uri="{FF2B5EF4-FFF2-40B4-BE49-F238E27FC236}">
                <a16:creationId xmlns:a16="http://schemas.microsoft.com/office/drawing/2014/main" id="{6A2F66CC-352D-4730-FAF4-C7C642C8EDF8}"/>
              </a:ext>
            </a:extLst>
          </p:cNvPr>
          <p:cNvSpPr txBox="1">
            <a:spLocks/>
          </p:cNvSpPr>
          <p:nvPr/>
        </p:nvSpPr>
        <p:spPr>
          <a:xfrm>
            <a:off x="924852" y="2026345"/>
            <a:ext cx="5417334" cy="4603053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F4200"/>
              </a:buClr>
              <a:buFont typeface="Wingdings" pitchFamily="2" charset="2"/>
              <a:buChar char="ü"/>
              <a:defRPr sz="1200" b="0" i="0" kern="1200">
                <a:solidFill>
                  <a:schemeClr val="tx1"/>
                </a:solidFill>
                <a:latin typeface="Avenir LT Std 35 Light" panose="020B04020202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4200"/>
              </a:buClr>
              <a:buFont typeface="Wingdings" pitchFamily="2" charset="2"/>
              <a:buChar char="ü"/>
              <a:defRPr sz="1400" b="0" i="0" kern="1200">
                <a:solidFill>
                  <a:schemeClr val="tx1"/>
                </a:solidFill>
                <a:latin typeface="Avenir LT Std 35 Light" panose="020B04020202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4200"/>
              </a:buClr>
              <a:buFont typeface="Wingdings" pitchFamily="2" charset="2"/>
              <a:buChar char="ü"/>
              <a:defRPr sz="1400" b="0" i="0" kern="1200">
                <a:solidFill>
                  <a:schemeClr val="tx1"/>
                </a:solidFill>
                <a:latin typeface="Avenir LT Std 35 Light" panose="020B04020202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4200"/>
              </a:buClr>
              <a:buFont typeface="Wingdings" pitchFamily="2" charset="2"/>
              <a:buChar char="ü"/>
              <a:defRPr sz="1400" b="0" i="0" kern="1200">
                <a:solidFill>
                  <a:schemeClr val="tx1"/>
                </a:solidFill>
                <a:latin typeface="Avenir LT Std 35 Light" panose="020B04020202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4200"/>
              </a:buClr>
              <a:buFont typeface="Wingdings" pitchFamily="2" charset="2"/>
              <a:buChar char="ü"/>
              <a:defRPr sz="1400" b="0" i="0" kern="1200">
                <a:solidFill>
                  <a:schemeClr val="tx1"/>
                </a:solidFill>
                <a:latin typeface="Avenir LT Std 35 Light" panose="020B04020202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de-DE"/>
            </a:b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6406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31B5F-506E-5334-5D0B-FC48516C9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0695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5945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GBC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FF590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orschau xmlns="28f50807-09f4-4376-a836-6ba9518f1573" xsi:nil="true"/>
    <lcf76f155ced4ddcb4097134ff3c332f xmlns="28f50807-09f4-4376-a836-6ba9518f1573">
      <Terms xmlns="http://schemas.microsoft.com/office/infopath/2007/PartnerControls"/>
    </lcf76f155ced4ddcb4097134ff3c332f>
    <TaxCatchAll xmlns="b771db9d-63e7-431c-899b-87c695113ec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53B8379DB0E5C4083D355ED0D9E2F21" ma:contentTypeVersion="16" ma:contentTypeDescription="Ein neues Dokument erstellen." ma:contentTypeScope="" ma:versionID="8ec0b4343afb887cbe14aac826abe647">
  <xsd:schema xmlns:xsd="http://www.w3.org/2001/XMLSchema" xmlns:xs="http://www.w3.org/2001/XMLSchema" xmlns:p="http://schemas.microsoft.com/office/2006/metadata/properties" xmlns:ns2="28f50807-09f4-4376-a836-6ba9518f1573" xmlns:ns3="b771db9d-63e7-431c-899b-87c695113ec2" targetNamespace="http://schemas.microsoft.com/office/2006/metadata/properties" ma:root="true" ma:fieldsID="39e89ee3d03946dcc5fe460771ba51ca" ns2:_="" ns3:_="">
    <xsd:import namespace="28f50807-09f4-4376-a836-6ba9518f1573"/>
    <xsd:import namespace="b771db9d-63e7-431c-899b-87c695113e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Vorschau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f50807-09f4-4376-a836-6ba9518f15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Bildmarkierungen" ma:readOnly="false" ma:fieldId="{5cf76f15-5ced-4ddc-b409-7134ff3c332f}" ma:taxonomyMulti="true" ma:sspId="823065ac-1163-4692-ba7a-9dfaa82166b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Vorschau" ma:index="21" nillable="true" ma:displayName="Vorschau" ma:format="Thumbnail" ma:internalName="Vorschau">
      <xsd:simpleType>
        <xsd:restriction base="dms:Unknown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71db9d-63e7-431c-899b-87c695113ec2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9374c4db-79d6-40d4-a806-7de72ef8f097}" ma:internalName="TaxCatchAll" ma:showField="CatchAllData" ma:web="b771db9d-63e7-431c-899b-87c695113e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3341D85-7D8C-4397-A556-46A6BBB20DA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1C82A87-D06F-491C-A224-7683A3D82E5C}">
  <ds:schemaRefs>
    <ds:schemaRef ds:uri="b771db9d-63e7-431c-899b-87c695113ec2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purl.org/dc/terms/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28f50807-09f4-4376-a836-6ba9518f1573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2AE5428-BF86-4B05-81A9-317030430ECA}">
  <ds:schemaRefs>
    <ds:schemaRef ds:uri="28f50807-09f4-4376-a836-6ba9518f1573"/>
    <ds:schemaRef ds:uri="b771db9d-63e7-431c-899b-87c695113ec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9201ade8-5542-4aac-9dc3-2646d3c83de4}" enabled="0" method="" siteId="{9201ade8-5542-4aac-9dc3-2646d3c83de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Breitbild</PresentationFormat>
  <Paragraphs>9</Paragraphs>
  <Slides>6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3" baseType="lpstr">
      <vt:lpstr>All Round Gothic Medium</vt:lpstr>
      <vt:lpstr>Arial</vt:lpstr>
      <vt:lpstr>Avenir LT Std 35 Light</vt:lpstr>
      <vt:lpstr>Avenir Next Condensed</vt:lpstr>
      <vt:lpstr>Calibri</vt:lpstr>
      <vt:lpstr>Wingdings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Lukas Ehrhardt - Global Brand Concepts GmbH</dc:creator>
  <cp:lastModifiedBy>Katharina Hellwich - Global Brand Concepts GmbH</cp:lastModifiedBy>
  <cp:revision>3</cp:revision>
  <dcterms:created xsi:type="dcterms:W3CDTF">2025-02-10T08:31:27Z</dcterms:created>
  <dcterms:modified xsi:type="dcterms:W3CDTF">2026-10-22T13:44:08Z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0x010100653B8379DB0E5C4083D355ED0D9E2F21</vt:lpwstr>
  </property>
  <property fmtid="{D5CDD505-2E9C-101B-9397-08002B2CF9AE}" pid="3" name="MediaServiceImageTags">
    <vt:lpwstr/>
  </property>
</Properties>
</file>